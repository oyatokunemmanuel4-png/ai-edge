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63" r:id="rId3"/>
    <p:sldId id="257" r:id="rId4"/>
  </p:sldIdLst>
  <p:sldSz cx="21383625" cy="1511935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44620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1821402" algn="l" defTabSz="344620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3642802" algn="l" defTabSz="344620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5464204" algn="l" defTabSz="344620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7285604" algn="l" defTabSz="344620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9107006" algn="l" defTabSz="344620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10928408" algn="l" defTabSz="344620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12749810" algn="l" defTabSz="344620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14571211" algn="l" defTabSz="344620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6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3175" cap="flat">
              <a:noFill/>
              <a:miter lim="400000"/>
            </a:ln>
          </a:top>
          <a:bottom>
            <a:ln w="3175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3175" cap="flat">
              <a:noFill/>
              <a:miter lim="400000"/>
            </a:ln>
          </a:top>
          <a:bottom>
            <a:ln w="3175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175" cap="flat">
              <a:solidFill>
                <a:srgbClr val="000000"/>
              </a:solidFill>
              <a:prstDash val="solid"/>
              <a:round/>
            </a:ln>
          </a:bottom>
          <a:insideH>
            <a:ln w="3175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round/>
            </a:ln>
          </a:top>
          <a:bottom>
            <a:ln w="3175" cap="flat">
              <a:solidFill>
                <a:srgbClr val="000000"/>
              </a:solidFill>
              <a:prstDash val="solid"/>
              <a:round/>
            </a:ln>
          </a:bottom>
          <a:insideH>
            <a:ln w="3175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175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round/>
            </a:ln>
          </a:left>
          <a:right>
            <a:ln w="3175" cap="flat">
              <a:solidFill>
                <a:srgbClr val="FFFFFF"/>
              </a:solidFill>
              <a:prstDash val="solid"/>
              <a:round/>
            </a:ln>
          </a:right>
          <a:top>
            <a:ln w="3175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3175" cap="flat">
              <a:solidFill>
                <a:srgbClr val="FFFFFF"/>
              </a:solidFill>
              <a:prstDash val="solid"/>
              <a:round/>
            </a:ln>
          </a:insideH>
          <a:insideV>
            <a:ln w="3175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round/>
            </a:ln>
          </a:left>
          <a:right>
            <a:ln w="3175" cap="flat">
              <a:solidFill>
                <a:srgbClr val="000000"/>
              </a:solidFill>
              <a:prstDash val="solid"/>
              <a:round/>
            </a:ln>
          </a:right>
          <a:top>
            <a:ln w="3175" cap="flat">
              <a:solidFill>
                <a:srgbClr val="000000"/>
              </a:solidFill>
              <a:prstDash val="solid"/>
              <a:round/>
            </a:ln>
          </a:top>
          <a:bottom>
            <a:ln w="3175" cap="flat">
              <a:solidFill>
                <a:srgbClr val="000000"/>
              </a:solidFill>
              <a:prstDash val="solid"/>
              <a:round/>
            </a:ln>
          </a:bottom>
          <a:insideH>
            <a:ln w="3175" cap="flat">
              <a:solidFill>
                <a:srgbClr val="000000"/>
              </a:solidFill>
              <a:prstDash val="solid"/>
              <a:round/>
            </a:ln>
          </a:insideH>
          <a:insideV>
            <a:ln w="3175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round/>
            </a:ln>
          </a:left>
          <a:right>
            <a:ln w="3175" cap="flat">
              <a:solidFill>
                <a:srgbClr val="000000"/>
              </a:solidFill>
              <a:prstDash val="solid"/>
              <a:round/>
            </a:ln>
          </a:right>
          <a:top>
            <a:ln w="3175" cap="flat">
              <a:solidFill>
                <a:srgbClr val="000000"/>
              </a:solidFill>
              <a:prstDash val="solid"/>
              <a:round/>
            </a:ln>
          </a:top>
          <a:bottom>
            <a:ln w="3175" cap="flat">
              <a:solidFill>
                <a:srgbClr val="000000"/>
              </a:solidFill>
              <a:prstDash val="solid"/>
              <a:round/>
            </a:ln>
          </a:bottom>
          <a:insideH>
            <a:ln w="3175" cap="flat">
              <a:solidFill>
                <a:srgbClr val="000000"/>
              </a:solidFill>
              <a:prstDash val="solid"/>
              <a:round/>
            </a:ln>
          </a:insideH>
          <a:insideV>
            <a:ln w="3175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round/>
            </a:ln>
          </a:left>
          <a:right>
            <a:ln w="3175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3175" cap="flat">
              <a:solidFill>
                <a:srgbClr val="000000"/>
              </a:solidFill>
              <a:prstDash val="solid"/>
              <a:round/>
            </a:ln>
          </a:bottom>
          <a:insideH>
            <a:ln w="3175" cap="flat">
              <a:solidFill>
                <a:srgbClr val="000000"/>
              </a:solidFill>
              <a:prstDash val="solid"/>
              <a:round/>
            </a:ln>
          </a:insideH>
          <a:insideV>
            <a:ln w="3175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round/>
            </a:ln>
          </a:left>
          <a:right>
            <a:ln w="3175" cap="flat">
              <a:solidFill>
                <a:srgbClr val="000000"/>
              </a:solidFill>
              <a:prstDash val="solid"/>
              <a:round/>
            </a:ln>
          </a:right>
          <a:top>
            <a:ln w="3175" cap="flat">
              <a:solidFill>
                <a:srgbClr val="000000"/>
              </a:solidFill>
              <a:prstDash val="solid"/>
              <a:round/>
            </a:ln>
          </a:top>
          <a:bottom>
            <a:ln w="3175" cap="flat">
              <a:solidFill>
                <a:srgbClr val="000000"/>
              </a:solidFill>
              <a:prstDash val="solid"/>
              <a:round/>
            </a:ln>
          </a:bottom>
          <a:insideH>
            <a:ln w="3175" cap="flat">
              <a:solidFill>
                <a:srgbClr val="000000"/>
              </a:solidFill>
              <a:prstDash val="solid"/>
              <a:round/>
            </a:ln>
          </a:insideH>
          <a:insideV>
            <a:ln w="3175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36"/>
    <p:restoredTop sz="94694"/>
  </p:normalViewPr>
  <p:slideViewPr>
    <p:cSldViewPr snapToGrid="0" snapToObjects="1">
      <p:cViewPr varScale="1">
        <p:scale>
          <a:sx n="55" d="100"/>
          <a:sy n="55" d="100"/>
        </p:scale>
        <p:origin x="147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Shape 356"/>
          <p:cNvSpPr>
            <a:spLocks noGrp="1" noRot="1" noChangeAspect="1"/>
          </p:cNvSpPr>
          <p:nvPr>
            <p:ph type="sldImg"/>
          </p:nvPr>
        </p:nvSpPr>
        <p:spPr>
          <a:xfrm>
            <a:off x="1004888" y="685800"/>
            <a:ext cx="48482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7" name="Shape 35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3446207" latinLnBrk="0">
      <a:defRPr sz="1100">
        <a:latin typeface="+mn-lt"/>
        <a:ea typeface="+mn-ea"/>
        <a:cs typeface="+mn-cs"/>
        <a:sym typeface="Calibri"/>
      </a:defRPr>
    </a:lvl1pPr>
    <a:lvl2pPr indent="228600" defTabSz="3446207" latinLnBrk="0">
      <a:defRPr sz="1100">
        <a:latin typeface="+mn-lt"/>
        <a:ea typeface="+mn-ea"/>
        <a:cs typeface="+mn-cs"/>
        <a:sym typeface="Calibri"/>
      </a:defRPr>
    </a:lvl2pPr>
    <a:lvl3pPr indent="457200" defTabSz="3446207" latinLnBrk="0">
      <a:defRPr sz="1100">
        <a:latin typeface="+mn-lt"/>
        <a:ea typeface="+mn-ea"/>
        <a:cs typeface="+mn-cs"/>
        <a:sym typeface="Calibri"/>
      </a:defRPr>
    </a:lvl3pPr>
    <a:lvl4pPr indent="685800" defTabSz="3446207" latinLnBrk="0">
      <a:defRPr sz="1100">
        <a:latin typeface="+mn-lt"/>
        <a:ea typeface="+mn-ea"/>
        <a:cs typeface="+mn-cs"/>
        <a:sym typeface="Calibri"/>
      </a:defRPr>
    </a:lvl4pPr>
    <a:lvl5pPr indent="914400" defTabSz="3446207" latinLnBrk="0">
      <a:defRPr sz="1100">
        <a:latin typeface="+mn-lt"/>
        <a:ea typeface="+mn-ea"/>
        <a:cs typeface="+mn-cs"/>
        <a:sym typeface="Calibri"/>
      </a:defRPr>
    </a:lvl5pPr>
    <a:lvl6pPr indent="1143000" defTabSz="3446207" latinLnBrk="0">
      <a:defRPr sz="1100">
        <a:latin typeface="+mn-lt"/>
        <a:ea typeface="+mn-ea"/>
        <a:cs typeface="+mn-cs"/>
        <a:sym typeface="Calibri"/>
      </a:defRPr>
    </a:lvl6pPr>
    <a:lvl7pPr indent="1371600" defTabSz="3446207" latinLnBrk="0">
      <a:defRPr sz="1100">
        <a:latin typeface="+mn-lt"/>
        <a:ea typeface="+mn-ea"/>
        <a:cs typeface="+mn-cs"/>
        <a:sym typeface="Calibri"/>
      </a:defRPr>
    </a:lvl7pPr>
    <a:lvl8pPr indent="1600200" defTabSz="3446207" latinLnBrk="0">
      <a:defRPr sz="1100">
        <a:latin typeface="+mn-lt"/>
        <a:ea typeface="+mn-ea"/>
        <a:cs typeface="+mn-cs"/>
        <a:sym typeface="Calibri"/>
      </a:defRPr>
    </a:lvl8pPr>
    <a:lvl9pPr indent="1828800" defTabSz="3446207" latinLnBrk="0">
      <a:defRPr sz="11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911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7 COLUMN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Text"/>
          <p:cNvSpPr txBox="1">
            <a:spLocks noGrp="1"/>
          </p:cNvSpPr>
          <p:nvPr>
            <p:ph type="title"/>
          </p:nvPr>
        </p:nvSpPr>
        <p:spPr>
          <a:xfrm>
            <a:off x="1603772" y="4940421"/>
            <a:ext cx="18176082" cy="271119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2016045">
              <a:defRPr sz="13184"/>
            </a:lvl1pPr>
          </a:lstStyle>
          <a:p>
            <a:r>
              <a:t>Title Text</a:t>
            </a:r>
          </a:p>
        </p:txBody>
      </p:sp>
      <p:sp>
        <p:nvSpPr>
          <p:cNvPr id="2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672954" y="7756164"/>
            <a:ext cx="16037719" cy="18801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2016045">
              <a:spcBef>
                <a:spcPts val="2147"/>
              </a:spcBef>
              <a:buSzTx/>
              <a:buFontTx/>
              <a:buNone/>
              <a:defRPr sz="5194"/>
            </a:lvl1pPr>
            <a:lvl2pPr marL="0" indent="1065527" algn="ctr" defTabSz="2016045">
              <a:spcBef>
                <a:spcPts val="2147"/>
              </a:spcBef>
              <a:buSzTx/>
              <a:buFontTx/>
              <a:buNone/>
              <a:defRPr sz="5194"/>
            </a:lvl2pPr>
            <a:lvl3pPr marL="0" indent="2131054" algn="ctr" defTabSz="2016045">
              <a:spcBef>
                <a:spcPts val="2147"/>
              </a:spcBef>
              <a:buSzTx/>
              <a:buFontTx/>
              <a:buNone/>
              <a:defRPr sz="5194"/>
            </a:lvl3pPr>
            <a:lvl4pPr marL="0" indent="3196582" algn="ctr" defTabSz="2016045">
              <a:spcBef>
                <a:spcPts val="2147"/>
              </a:spcBef>
              <a:buSzTx/>
              <a:buFontTx/>
              <a:buNone/>
              <a:defRPr sz="5194"/>
            </a:lvl4pPr>
            <a:lvl5pPr marL="0" indent="4262110" algn="ctr" defTabSz="2016045">
              <a:spcBef>
                <a:spcPts val="2147"/>
              </a:spcBef>
              <a:buSzTx/>
              <a:buFontTx/>
              <a:buNone/>
              <a:defRPr sz="5194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1470124" y="4080558"/>
            <a:ext cx="18443378" cy="1505216"/>
          </a:xfrm>
          <a:prstGeom prst="rect">
            <a:avLst/>
          </a:prstGeom>
        </p:spPr>
        <p:txBody>
          <a:bodyPr>
            <a:normAutofit/>
          </a:bodyPr>
          <a:lstStyle>
            <a:lvl1pPr defTabSz="2016045">
              <a:defRPr sz="9588"/>
            </a:lvl1pPr>
          </a:lstStyle>
          <a:p>
            <a:r>
              <a:t>Title Text</a:t>
            </a:r>
          </a:p>
        </p:txBody>
      </p:sp>
      <p:sp>
        <p:nvSpPr>
          <p:cNvPr id="3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470124" y="5738996"/>
            <a:ext cx="18443378" cy="4941072"/>
          </a:xfrm>
          <a:prstGeom prst="rect">
            <a:avLst/>
          </a:prstGeom>
        </p:spPr>
        <p:txBody>
          <a:bodyPr>
            <a:normAutofit/>
          </a:bodyPr>
          <a:lstStyle>
            <a:lvl1pPr marL="499978" indent="-499978" defTabSz="2016045">
              <a:spcBef>
                <a:spcPts val="2147"/>
              </a:spcBef>
              <a:defRPr sz="6093"/>
            </a:lvl1pPr>
            <a:lvl2pPr marL="1645860" indent="-580332" defTabSz="2016045">
              <a:spcBef>
                <a:spcPts val="2147"/>
              </a:spcBef>
              <a:defRPr sz="6093"/>
            </a:lvl2pPr>
            <a:lvl3pPr marL="2829949" indent="-698894" defTabSz="2016045">
              <a:spcBef>
                <a:spcPts val="2147"/>
              </a:spcBef>
              <a:defRPr sz="6093"/>
            </a:lvl3pPr>
            <a:lvl4pPr marL="3970358" indent="-773776" defTabSz="2016045">
              <a:spcBef>
                <a:spcPts val="2147"/>
              </a:spcBef>
              <a:defRPr sz="6093"/>
            </a:lvl4pPr>
            <a:lvl5pPr marL="5035886" indent="-773776" defTabSz="2016045">
              <a:spcBef>
                <a:spcPts val="2147"/>
              </a:spcBef>
              <a:defRPr sz="6093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Text"/>
          <p:cNvSpPr txBox="1">
            <a:spLocks noGrp="1"/>
          </p:cNvSpPr>
          <p:nvPr>
            <p:ph type="title"/>
          </p:nvPr>
        </p:nvSpPr>
        <p:spPr>
          <a:xfrm>
            <a:off x="1458987" y="5607405"/>
            <a:ext cx="18443378" cy="3239366"/>
          </a:xfrm>
          <a:prstGeom prst="rect">
            <a:avLst/>
          </a:prstGeom>
        </p:spPr>
        <p:txBody>
          <a:bodyPr anchor="b">
            <a:normAutofit/>
          </a:bodyPr>
          <a:lstStyle>
            <a:lvl1pPr defTabSz="2016045">
              <a:defRPr sz="13184"/>
            </a:lvl1pPr>
          </a:lstStyle>
          <a:p>
            <a:r>
              <a:t>Title Text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458987" y="8877415"/>
            <a:ext cx="18443378" cy="17035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defTabSz="2016045">
              <a:spcBef>
                <a:spcPts val="2147"/>
              </a:spcBef>
              <a:buSzTx/>
              <a:buFontTx/>
              <a:buNone/>
              <a:defRPr sz="5194"/>
            </a:lvl1pPr>
            <a:lvl2pPr marL="0" indent="1065527" defTabSz="2016045">
              <a:spcBef>
                <a:spcPts val="2147"/>
              </a:spcBef>
              <a:buSzTx/>
              <a:buFontTx/>
              <a:buNone/>
              <a:defRPr sz="5194"/>
            </a:lvl2pPr>
            <a:lvl3pPr marL="0" indent="2131054" defTabSz="2016045">
              <a:spcBef>
                <a:spcPts val="2147"/>
              </a:spcBef>
              <a:buSzTx/>
              <a:buFontTx/>
              <a:buNone/>
              <a:defRPr sz="5194"/>
            </a:lvl3pPr>
            <a:lvl4pPr marL="0" indent="3196582" defTabSz="2016045">
              <a:spcBef>
                <a:spcPts val="2147"/>
              </a:spcBef>
              <a:buSzTx/>
              <a:buFontTx/>
              <a:buNone/>
              <a:defRPr sz="5194"/>
            </a:lvl4pPr>
            <a:lvl5pPr marL="0" indent="4262110" defTabSz="2016045">
              <a:spcBef>
                <a:spcPts val="2147"/>
              </a:spcBef>
              <a:buSzTx/>
              <a:buFontTx/>
              <a:buNone/>
              <a:defRPr sz="5194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Text"/>
          <p:cNvSpPr txBox="1">
            <a:spLocks noGrp="1"/>
          </p:cNvSpPr>
          <p:nvPr>
            <p:ph type="title"/>
          </p:nvPr>
        </p:nvSpPr>
        <p:spPr>
          <a:xfrm>
            <a:off x="1470124" y="4080558"/>
            <a:ext cx="18443378" cy="1505216"/>
          </a:xfrm>
          <a:prstGeom prst="rect">
            <a:avLst/>
          </a:prstGeom>
        </p:spPr>
        <p:txBody>
          <a:bodyPr>
            <a:normAutofit/>
          </a:bodyPr>
          <a:lstStyle>
            <a:lvl1pPr defTabSz="2016045">
              <a:defRPr sz="9588"/>
            </a:lvl1pPr>
          </a:lstStyle>
          <a:p>
            <a:r>
              <a:t>Title Text</a:t>
            </a:r>
          </a:p>
        </p:txBody>
      </p:sp>
      <p:sp>
        <p:nvSpPr>
          <p:cNvPr id="5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470124" y="5738996"/>
            <a:ext cx="9088042" cy="4941072"/>
          </a:xfrm>
          <a:prstGeom prst="rect">
            <a:avLst/>
          </a:prstGeom>
        </p:spPr>
        <p:txBody>
          <a:bodyPr>
            <a:normAutofit/>
          </a:bodyPr>
          <a:lstStyle>
            <a:lvl1pPr marL="499978" indent="-499978" defTabSz="2016045">
              <a:spcBef>
                <a:spcPts val="2147"/>
              </a:spcBef>
              <a:defRPr sz="6093"/>
            </a:lvl1pPr>
            <a:lvl2pPr marL="1645860" indent="-580332" defTabSz="2016045">
              <a:spcBef>
                <a:spcPts val="2147"/>
              </a:spcBef>
              <a:defRPr sz="6093"/>
            </a:lvl2pPr>
            <a:lvl3pPr marL="2829949" indent="-698894" defTabSz="2016045">
              <a:spcBef>
                <a:spcPts val="2147"/>
              </a:spcBef>
              <a:defRPr sz="6093"/>
            </a:lvl3pPr>
            <a:lvl4pPr marL="3970358" indent="-773776" defTabSz="2016045">
              <a:spcBef>
                <a:spcPts val="2147"/>
              </a:spcBef>
              <a:defRPr sz="6093"/>
            </a:lvl4pPr>
            <a:lvl5pPr marL="5035886" indent="-773776" defTabSz="2016045">
              <a:spcBef>
                <a:spcPts val="2147"/>
              </a:spcBef>
              <a:defRPr sz="6093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Text"/>
          <p:cNvSpPr txBox="1">
            <a:spLocks noGrp="1"/>
          </p:cNvSpPr>
          <p:nvPr>
            <p:ph type="title"/>
          </p:nvPr>
        </p:nvSpPr>
        <p:spPr>
          <a:xfrm>
            <a:off x="1472909" y="4080558"/>
            <a:ext cx="18443378" cy="1505216"/>
          </a:xfrm>
          <a:prstGeom prst="rect">
            <a:avLst/>
          </a:prstGeom>
        </p:spPr>
        <p:txBody>
          <a:bodyPr>
            <a:normAutofit/>
          </a:bodyPr>
          <a:lstStyle>
            <a:lvl1pPr defTabSz="2016045">
              <a:defRPr sz="9588"/>
            </a:lvl1pPr>
          </a:lstStyle>
          <a:p>
            <a:r>
              <a:t>Title Text</a:t>
            </a:r>
          </a:p>
        </p:txBody>
      </p:sp>
      <p:sp>
        <p:nvSpPr>
          <p:cNvPr id="6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472912" y="5574955"/>
            <a:ext cx="9046276" cy="93557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defTabSz="2016045">
              <a:spcBef>
                <a:spcPts val="2147"/>
              </a:spcBef>
              <a:buSzTx/>
              <a:buFontTx/>
              <a:buNone/>
              <a:defRPr sz="5194" b="1"/>
            </a:lvl1pPr>
            <a:lvl2pPr marL="0" indent="1065527" defTabSz="2016045">
              <a:spcBef>
                <a:spcPts val="2147"/>
              </a:spcBef>
              <a:buSzTx/>
              <a:buFontTx/>
              <a:buNone/>
              <a:defRPr sz="5194" b="1"/>
            </a:lvl2pPr>
            <a:lvl3pPr marL="0" indent="2131054" defTabSz="2016045">
              <a:spcBef>
                <a:spcPts val="2147"/>
              </a:spcBef>
              <a:buSzTx/>
              <a:buFontTx/>
              <a:buNone/>
              <a:defRPr sz="5194" b="1"/>
            </a:lvl3pPr>
            <a:lvl4pPr marL="0" indent="3196582" defTabSz="2016045">
              <a:spcBef>
                <a:spcPts val="2147"/>
              </a:spcBef>
              <a:buSzTx/>
              <a:buFontTx/>
              <a:buNone/>
              <a:defRPr sz="5194" b="1"/>
            </a:lvl4pPr>
            <a:lvl5pPr marL="0" indent="4262110" defTabSz="2016045">
              <a:spcBef>
                <a:spcPts val="2147"/>
              </a:spcBef>
              <a:buSzTx/>
              <a:buFontTx/>
              <a:buNone/>
              <a:defRPr sz="5194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3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825461" y="5574955"/>
            <a:ext cx="9090827" cy="935577"/>
          </a:xfrm>
          <a:prstGeom prst="rect">
            <a:avLst/>
          </a:prstGeom>
          <a:ln w="12700"/>
        </p:spPr>
        <p:txBody>
          <a:bodyPr anchor="b">
            <a:normAutofit/>
          </a:bodyPr>
          <a:lstStyle>
            <a:lvl1pPr marL="0" indent="0" defTabSz="2016045">
              <a:spcBef>
                <a:spcPts val="2147"/>
              </a:spcBef>
              <a:buSzTx/>
              <a:buFontTx/>
              <a:buNone/>
              <a:defRPr sz="10400" b="1"/>
            </a:lvl1pPr>
          </a:lstStyle>
          <a:p>
            <a:pPr marL="0" indent="0" defTabSz="4036934">
              <a:spcBef>
                <a:spcPts val="4300"/>
              </a:spcBef>
              <a:buSzTx/>
              <a:buFontTx/>
              <a:buNone/>
              <a:defRPr sz="10400" b="1"/>
            </a:pPr>
            <a:endParaRPr/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Text"/>
          <p:cNvSpPr txBox="1">
            <a:spLocks noGrp="1"/>
          </p:cNvSpPr>
          <p:nvPr>
            <p:ph type="title"/>
          </p:nvPr>
        </p:nvSpPr>
        <p:spPr>
          <a:xfrm>
            <a:off x="1470124" y="4080558"/>
            <a:ext cx="18443378" cy="1505216"/>
          </a:xfrm>
          <a:prstGeom prst="rect">
            <a:avLst/>
          </a:prstGeom>
        </p:spPr>
        <p:txBody>
          <a:bodyPr>
            <a:normAutofit/>
          </a:bodyPr>
          <a:lstStyle>
            <a:lvl1pPr defTabSz="2016045">
              <a:defRPr sz="9588"/>
            </a:lvl1pPr>
          </a:lstStyle>
          <a:p>
            <a:r>
              <a:t>Title Text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itle Text"/>
          <p:cNvSpPr txBox="1">
            <a:spLocks noGrp="1"/>
          </p:cNvSpPr>
          <p:nvPr>
            <p:ph type="title"/>
          </p:nvPr>
        </p:nvSpPr>
        <p:spPr>
          <a:xfrm>
            <a:off x="1472909" y="4185110"/>
            <a:ext cx="6896776" cy="1817074"/>
          </a:xfrm>
          <a:prstGeom prst="rect">
            <a:avLst/>
          </a:prstGeom>
        </p:spPr>
        <p:txBody>
          <a:bodyPr anchor="b">
            <a:normAutofit/>
          </a:bodyPr>
          <a:lstStyle>
            <a:lvl1pPr defTabSz="2016045">
              <a:defRPr sz="6992"/>
            </a:lvl1pPr>
          </a:lstStyle>
          <a:p>
            <a:r>
              <a:t>Title Text</a:t>
            </a:r>
          </a:p>
        </p:txBody>
      </p:sp>
      <p:sp>
        <p:nvSpPr>
          <p:cNvPr id="8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090826" y="4787197"/>
            <a:ext cx="10825461" cy="5534143"/>
          </a:xfrm>
          <a:prstGeom prst="rect">
            <a:avLst/>
          </a:prstGeom>
        </p:spPr>
        <p:txBody>
          <a:bodyPr>
            <a:normAutofit/>
          </a:bodyPr>
          <a:lstStyle>
            <a:lvl1pPr marL="500584" indent="-500584" defTabSz="2016045">
              <a:spcBef>
                <a:spcPts val="2147"/>
              </a:spcBef>
              <a:defRPr sz="6992"/>
            </a:lvl1pPr>
            <a:lvl2pPr marL="1639273" indent="-573746" defTabSz="2016045">
              <a:spcBef>
                <a:spcPts val="2147"/>
              </a:spcBef>
              <a:defRPr sz="6992"/>
            </a:lvl2pPr>
            <a:lvl3pPr marL="2797009" indent="-665955" defTabSz="2016045">
              <a:spcBef>
                <a:spcPts val="2147"/>
              </a:spcBef>
              <a:defRPr sz="6992"/>
            </a:lvl3pPr>
            <a:lvl4pPr marL="3998591" indent="-802010" defTabSz="2016045">
              <a:spcBef>
                <a:spcPts val="2147"/>
              </a:spcBef>
              <a:defRPr sz="6992"/>
            </a:lvl4pPr>
            <a:lvl5pPr marL="5064120" indent="-802009" defTabSz="2016045">
              <a:spcBef>
                <a:spcPts val="2147"/>
              </a:spcBef>
              <a:defRPr sz="6992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472909" y="6002183"/>
            <a:ext cx="6896776" cy="4328170"/>
          </a:xfrm>
          <a:prstGeom prst="rect">
            <a:avLst/>
          </a:prstGeom>
          <a:ln w="12700"/>
        </p:spPr>
        <p:txBody>
          <a:bodyPr>
            <a:normAutofit/>
          </a:bodyPr>
          <a:lstStyle>
            <a:lvl1pPr marL="0" indent="0" defTabSz="2016045">
              <a:spcBef>
                <a:spcPts val="2147"/>
              </a:spcBef>
              <a:buSzTx/>
              <a:buFontTx/>
              <a:buNone/>
              <a:defRPr sz="7000"/>
            </a:lvl1pPr>
          </a:lstStyle>
          <a:p>
            <a:pPr marL="0" indent="0" defTabSz="4036934">
              <a:spcBef>
                <a:spcPts val="4300"/>
              </a:spcBef>
              <a:buSzTx/>
              <a:buFontTx/>
              <a:buNone/>
              <a:defRPr sz="7000"/>
            </a:pPr>
            <a:endParaRPr/>
          </a:p>
        </p:txBody>
      </p:sp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xfrm>
            <a:off x="1472909" y="4185110"/>
            <a:ext cx="6896776" cy="1817074"/>
          </a:xfrm>
          <a:prstGeom prst="rect">
            <a:avLst/>
          </a:prstGeom>
        </p:spPr>
        <p:txBody>
          <a:bodyPr anchor="b">
            <a:normAutofit/>
          </a:bodyPr>
          <a:lstStyle>
            <a:lvl1pPr defTabSz="2016045">
              <a:defRPr sz="6992"/>
            </a:lvl1pPr>
          </a:lstStyle>
          <a:p>
            <a:r>
              <a:t>Title Text</a:t>
            </a:r>
          </a:p>
        </p:txBody>
      </p:sp>
      <p:sp>
        <p:nvSpPr>
          <p:cNvPr id="97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090826" y="4787197"/>
            <a:ext cx="10825461" cy="5534143"/>
          </a:xfrm>
          <a:prstGeom prst="rect">
            <a:avLst/>
          </a:prstGeom>
          <a:ln w="12700"/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472909" y="6002183"/>
            <a:ext cx="6896776" cy="43281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defTabSz="2016045">
              <a:spcBef>
                <a:spcPts val="2147"/>
              </a:spcBef>
              <a:buSzTx/>
              <a:buFontTx/>
              <a:buNone/>
              <a:defRPr sz="3496"/>
            </a:lvl1pPr>
            <a:lvl2pPr marL="0" indent="1065527" defTabSz="2016045">
              <a:spcBef>
                <a:spcPts val="2147"/>
              </a:spcBef>
              <a:buSzTx/>
              <a:buFontTx/>
              <a:buNone/>
              <a:defRPr sz="3496"/>
            </a:lvl2pPr>
            <a:lvl3pPr marL="0" indent="2131054" defTabSz="2016045">
              <a:spcBef>
                <a:spcPts val="2147"/>
              </a:spcBef>
              <a:buSzTx/>
              <a:buFontTx/>
              <a:buNone/>
              <a:defRPr sz="3496"/>
            </a:lvl3pPr>
            <a:lvl4pPr marL="0" indent="3196582" defTabSz="2016045">
              <a:spcBef>
                <a:spcPts val="2147"/>
              </a:spcBef>
              <a:buSzTx/>
              <a:buFontTx/>
              <a:buNone/>
              <a:defRPr sz="3496"/>
            </a:lvl4pPr>
            <a:lvl5pPr marL="0" indent="4262110" defTabSz="2016045">
              <a:spcBef>
                <a:spcPts val="2147"/>
              </a:spcBef>
              <a:buSzTx/>
              <a:buFontTx/>
              <a:buNone/>
              <a:defRPr sz="3496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Text"/>
          <p:cNvSpPr txBox="1">
            <a:spLocks noGrp="1"/>
          </p:cNvSpPr>
          <p:nvPr>
            <p:ph type="title"/>
          </p:nvPr>
        </p:nvSpPr>
        <p:spPr>
          <a:xfrm>
            <a:off x="1470124" y="4080558"/>
            <a:ext cx="18443378" cy="1505216"/>
          </a:xfrm>
          <a:prstGeom prst="rect">
            <a:avLst/>
          </a:prstGeom>
        </p:spPr>
        <p:txBody>
          <a:bodyPr>
            <a:normAutofit/>
          </a:bodyPr>
          <a:lstStyle>
            <a:lvl1pPr defTabSz="2016045">
              <a:defRPr sz="9588"/>
            </a:lvl1pPr>
          </a:lstStyle>
          <a:p>
            <a:r>
              <a:t>Title Text</a:t>
            </a:r>
          </a:p>
        </p:txBody>
      </p:sp>
      <p:sp>
        <p:nvSpPr>
          <p:cNvPr id="10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470124" y="5738996"/>
            <a:ext cx="18443378" cy="4941072"/>
          </a:xfrm>
          <a:prstGeom prst="rect">
            <a:avLst/>
          </a:prstGeom>
        </p:spPr>
        <p:txBody>
          <a:bodyPr>
            <a:normAutofit/>
          </a:bodyPr>
          <a:lstStyle>
            <a:lvl1pPr marL="499978" indent="-499978" defTabSz="2016045">
              <a:spcBef>
                <a:spcPts val="2147"/>
              </a:spcBef>
              <a:defRPr sz="6093"/>
            </a:lvl1pPr>
            <a:lvl2pPr marL="1645860" indent="-580332" defTabSz="2016045">
              <a:spcBef>
                <a:spcPts val="2147"/>
              </a:spcBef>
              <a:defRPr sz="6093"/>
            </a:lvl2pPr>
            <a:lvl3pPr marL="2829949" indent="-698894" defTabSz="2016045">
              <a:spcBef>
                <a:spcPts val="2147"/>
              </a:spcBef>
              <a:defRPr sz="6093"/>
            </a:lvl3pPr>
            <a:lvl4pPr marL="3970358" indent="-773776" defTabSz="2016045">
              <a:spcBef>
                <a:spcPts val="2147"/>
              </a:spcBef>
              <a:defRPr sz="6093"/>
            </a:lvl4pPr>
            <a:lvl5pPr marL="5035886" indent="-773776" defTabSz="2016045">
              <a:spcBef>
                <a:spcPts val="2147"/>
              </a:spcBef>
              <a:defRPr sz="6093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xfrm>
            <a:off x="15302658" y="4080555"/>
            <a:ext cx="4610845" cy="6599512"/>
          </a:xfrm>
          <a:prstGeom prst="rect">
            <a:avLst/>
          </a:prstGeom>
        </p:spPr>
        <p:txBody>
          <a:bodyPr>
            <a:normAutofit/>
          </a:bodyPr>
          <a:lstStyle>
            <a:lvl1pPr defTabSz="2016045">
              <a:defRPr sz="9588"/>
            </a:lvl1pPr>
          </a:lstStyle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470125" y="4080555"/>
            <a:ext cx="13565238" cy="6599512"/>
          </a:xfrm>
          <a:prstGeom prst="rect">
            <a:avLst/>
          </a:prstGeom>
        </p:spPr>
        <p:txBody>
          <a:bodyPr>
            <a:normAutofit/>
          </a:bodyPr>
          <a:lstStyle>
            <a:lvl1pPr marL="499978" indent="-499978" defTabSz="2016045">
              <a:spcBef>
                <a:spcPts val="2147"/>
              </a:spcBef>
              <a:defRPr sz="6093"/>
            </a:lvl1pPr>
            <a:lvl2pPr marL="1645860" indent="-580332" defTabSz="2016045">
              <a:spcBef>
                <a:spcPts val="2147"/>
              </a:spcBef>
              <a:defRPr sz="6093"/>
            </a:lvl2pPr>
            <a:lvl3pPr marL="2829949" indent="-698894" defTabSz="2016045">
              <a:spcBef>
                <a:spcPts val="2147"/>
              </a:spcBef>
              <a:defRPr sz="6093"/>
            </a:lvl3pPr>
            <a:lvl4pPr marL="3970358" indent="-773776" defTabSz="2016045">
              <a:spcBef>
                <a:spcPts val="2147"/>
              </a:spcBef>
              <a:defRPr sz="6093"/>
            </a:lvl4pPr>
            <a:lvl5pPr marL="5035886" indent="-773776" defTabSz="2016045">
              <a:spcBef>
                <a:spcPts val="2147"/>
              </a:spcBef>
              <a:defRPr sz="6093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itle Text"/>
          <p:cNvSpPr txBox="1">
            <a:spLocks noGrp="1"/>
          </p:cNvSpPr>
          <p:nvPr>
            <p:ph type="title"/>
          </p:nvPr>
        </p:nvSpPr>
        <p:spPr>
          <a:xfrm>
            <a:off x="1603772" y="4940421"/>
            <a:ext cx="18176082" cy="271119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2016045">
              <a:defRPr sz="13184"/>
            </a:lvl1pPr>
          </a:lstStyle>
          <a:p>
            <a:r>
              <a:t>Title Text</a:t>
            </a:r>
          </a:p>
        </p:txBody>
      </p:sp>
      <p:sp>
        <p:nvSpPr>
          <p:cNvPr id="13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672954" y="7756164"/>
            <a:ext cx="16037719" cy="18801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2016045">
              <a:spcBef>
                <a:spcPts val="2147"/>
              </a:spcBef>
              <a:buSzTx/>
              <a:buFontTx/>
              <a:buNone/>
              <a:defRPr sz="5194"/>
            </a:lvl1pPr>
            <a:lvl2pPr marL="0" indent="1065527" algn="ctr" defTabSz="2016045">
              <a:spcBef>
                <a:spcPts val="2147"/>
              </a:spcBef>
              <a:buSzTx/>
              <a:buFontTx/>
              <a:buNone/>
              <a:defRPr sz="5194"/>
            </a:lvl2pPr>
            <a:lvl3pPr marL="0" indent="2131054" algn="ctr" defTabSz="2016045">
              <a:spcBef>
                <a:spcPts val="2147"/>
              </a:spcBef>
              <a:buSzTx/>
              <a:buFontTx/>
              <a:buNone/>
              <a:defRPr sz="5194"/>
            </a:lvl3pPr>
            <a:lvl4pPr marL="0" indent="3196582" algn="ctr" defTabSz="2016045">
              <a:spcBef>
                <a:spcPts val="2147"/>
              </a:spcBef>
              <a:buSzTx/>
              <a:buFontTx/>
              <a:buNone/>
              <a:defRPr sz="5194"/>
            </a:lvl4pPr>
            <a:lvl5pPr marL="0" indent="4262110" algn="ctr" defTabSz="2016045">
              <a:spcBef>
                <a:spcPts val="2147"/>
              </a:spcBef>
              <a:buSzTx/>
              <a:buFontTx/>
              <a:buNone/>
              <a:defRPr sz="5194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itle Text"/>
          <p:cNvSpPr txBox="1">
            <a:spLocks noGrp="1"/>
          </p:cNvSpPr>
          <p:nvPr>
            <p:ph type="title"/>
          </p:nvPr>
        </p:nvSpPr>
        <p:spPr>
          <a:xfrm>
            <a:off x="1470124" y="4080558"/>
            <a:ext cx="18443378" cy="1505216"/>
          </a:xfrm>
          <a:prstGeom prst="rect">
            <a:avLst/>
          </a:prstGeom>
        </p:spPr>
        <p:txBody>
          <a:bodyPr>
            <a:normAutofit/>
          </a:bodyPr>
          <a:lstStyle>
            <a:lvl1pPr defTabSz="2016045">
              <a:defRPr sz="9588"/>
            </a:lvl1pPr>
          </a:lstStyle>
          <a:p>
            <a:r>
              <a:t>Title Text</a:t>
            </a:r>
          </a:p>
        </p:txBody>
      </p:sp>
      <p:sp>
        <p:nvSpPr>
          <p:cNvPr id="14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470124" y="5738996"/>
            <a:ext cx="18443378" cy="4941072"/>
          </a:xfrm>
          <a:prstGeom prst="rect">
            <a:avLst/>
          </a:prstGeom>
        </p:spPr>
        <p:txBody>
          <a:bodyPr>
            <a:normAutofit/>
          </a:bodyPr>
          <a:lstStyle>
            <a:lvl1pPr marL="499978" indent="-499978" defTabSz="2016045">
              <a:spcBef>
                <a:spcPts val="2147"/>
              </a:spcBef>
              <a:defRPr sz="6093"/>
            </a:lvl1pPr>
            <a:lvl2pPr marL="1645860" indent="-580332" defTabSz="2016045">
              <a:spcBef>
                <a:spcPts val="2147"/>
              </a:spcBef>
              <a:defRPr sz="6093"/>
            </a:lvl2pPr>
            <a:lvl3pPr marL="2829949" indent="-698894" defTabSz="2016045">
              <a:spcBef>
                <a:spcPts val="2147"/>
              </a:spcBef>
              <a:defRPr sz="6093"/>
            </a:lvl3pPr>
            <a:lvl4pPr marL="3970358" indent="-773776" defTabSz="2016045">
              <a:spcBef>
                <a:spcPts val="2147"/>
              </a:spcBef>
              <a:defRPr sz="6093"/>
            </a:lvl4pPr>
            <a:lvl5pPr marL="5035886" indent="-773776" defTabSz="2016045">
              <a:spcBef>
                <a:spcPts val="2147"/>
              </a:spcBef>
              <a:defRPr sz="6093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itle Text"/>
          <p:cNvSpPr txBox="1">
            <a:spLocks noGrp="1"/>
          </p:cNvSpPr>
          <p:nvPr>
            <p:ph type="title"/>
          </p:nvPr>
        </p:nvSpPr>
        <p:spPr>
          <a:xfrm>
            <a:off x="1458987" y="5607405"/>
            <a:ext cx="18443378" cy="3239366"/>
          </a:xfrm>
          <a:prstGeom prst="rect">
            <a:avLst/>
          </a:prstGeom>
        </p:spPr>
        <p:txBody>
          <a:bodyPr anchor="b">
            <a:normAutofit/>
          </a:bodyPr>
          <a:lstStyle>
            <a:lvl1pPr defTabSz="2016045">
              <a:defRPr sz="13184"/>
            </a:lvl1pPr>
          </a:lstStyle>
          <a:p>
            <a:r>
              <a:t>Title Text</a:t>
            </a:r>
          </a:p>
        </p:txBody>
      </p:sp>
      <p:sp>
        <p:nvSpPr>
          <p:cNvPr id="15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458987" y="8877415"/>
            <a:ext cx="18443378" cy="17035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defTabSz="2016045">
              <a:spcBef>
                <a:spcPts val="2147"/>
              </a:spcBef>
              <a:buSzTx/>
              <a:buFontTx/>
              <a:buNone/>
              <a:defRPr sz="5194"/>
            </a:lvl1pPr>
            <a:lvl2pPr marL="0" indent="1065527" defTabSz="2016045">
              <a:spcBef>
                <a:spcPts val="2147"/>
              </a:spcBef>
              <a:buSzTx/>
              <a:buFontTx/>
              <a:buNone/>
              <a:defRPr sz="5194"/>
            </a:lvl2pPr>
            <a:lvl3pPr marL="0" indent="2131054" defTabSz="2016045">
              <a:spcBef>
                <a:spcPts val="2147"/>
              </a:spcBef>
              <a:buSzTx/>
              <a:buFontTx/>
              <a:buNone/>
              <a:defRPr sz="5194"/>
            </a:lvl3pPr>
            <a:lvl4pPr marL="0" indent="3196582" defTabSz="2016045">
              <a:spcBef>
                <a:spcPts val="2147"/>
              </a:spcBef>
              <a:buSzTx/>
              <a:buFontTx/>
              <a:buNone/>
              <a:defRPr sz="5194"/>
            </a:lvl4pPr>
            <a:lvl5pPr marL="0" indent="4262110" defTabSz="2016045">
              <a:spcBef>
                <a:spcPts val="2147"/>
              </a:spcBef>
              <a:buSzTx/>
              <a:buFontTx/>
              <a:buNone/>
              <a:defRPr sz="5194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itle Text"/>
          <p:cNvSpPr txBox="1">
            <a:spLocks noGrp="1"/>
          </p:cNvSpPr>
          <p:nvPr>
            <p:ph type="title"/>
          </p:nvPr>
        </p:nvSpPr>
        <p:spPr>
          <a:xfrm>
            <a:off x="1470124" y="4080558"/>
            <a:ext cx="18443378" cy="1505216"/>
          </a:xfrm>
          <a:prstGeom prst="rect">
            <a:avLst/>
          </a:prstGeom>
        </p:spPr>
        <p:txBody>
          <a:bodyPr>
            <a:normAutofit/>
          </a:bodyPr>
          <a:lstStyle>
            <a:lvl1pPr defTabSz="2016045">
              <a:defRPr sz="9588"/>
            </a:lvl1pPr>
          </a:lstStyle>
          <a:p>
            <a:r>
              <a:t>Title Text</a:t>
            </a:r>
          </a:p>
        </p:txBody>
      </p:sp>
      <p:sp>
        <p:nvSpPr>
          <p:cNvPr id="15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470124" y="5738996"/>
            <a:ext cx="9088042" cy="4941072"/>
          </a:xfrm>
          <a:prstGeom prst="rect">
            <a:avLst/>
          </a:prstGeom>
        </p:spPr>
        <p:txBody>
          <a:bodyPr>
            <a:normAutofit/>
          </a:bodyPr>
          <a:lstStyle>
            <a:lvl1pPr marL="499978" indent="-499978" defTabSz="2016045">
              <a:spcBef>
                <a:spcPts val="2147"/>
              </a:spcBef>
              <a:defRPr sz="6093"/>
            </a:lvl1pPr>
            <a:lvl2pPr marL="1645860" indent="-580332" defTabSz="2016045">
              <a:spcBef>
                <a:spcPts val="2147"/>
              </a:spcBef>
              <a:defRPr sz="6093"/>
            </a:lvl2pPr>
            <a:lvl3pPr marL="2829949" indent="-698894" defTabSz="2016045">
              <a:spcBef>
                <a:spcPts val="2147"/>
              </a:spcBef>
              <a:defRPr sz="6093"/>
            </a:lvl3pPr>
            <a:lvl4pPr marL="3970358" indent="-773776" defTabSz="2016045">
              <a:spcBef>
                <a:spcPts val="2147"/>
              </a:spcBef>
              <a:defRPr sz="6093"/>
            </a:lvl4pPr>
            <a:lvl5pPr marL="5035886" indent="-773776" defTabSz="2016045">
              <a:spcBef>
                <a:spcPts val="2147"/>
              </a:spcBef>
              <a:defRPr sz="6093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le Text"/>
          <p:cNvSpPr txBox="1">
            <a:spLocks noGrp="1"/>
          </p:cNvSpPr>
          <p:nvPr>
            <p:ph type="title"/>
          </p:nvPr>
        </p:nvSpPr>
        <p:spPr>
          <a:xfrm>
            <a:off x="1472909" y="4080558"/>
            <a:ext cx="18443378" cy="1505216"/>
          </a:xfrm>
          <a:prstGeom prst="rect">
            <a:avLst/>
          </a:prstGeom>
        </p:spPr>
        <p:txBody>
          <a:bodyPr>
            <a:normAutofit/>
          </a:bodyPr>
          <a:lstStyle>
            <a:lvl1pPr defTabSz="2016045">
              <a:defRPr sz="9588"/>
            </a:lvl1pPr>
          </a:lstStyle>
          <a:p>
            <a:r>
              <a:t>Title Text</a:t>
            </a:r>
          </a:p>
        </p:txBody>
      </p:sp>
      <p:sp>
        <p:nvSpPr>
          <p:cNvPr id="16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472912" y="5574955"/>
            <a:ext cx="9046276" cy="93557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defTabSz="2016045">
              <a:spcBef>
                <a:spcPts val="2147"/>
              </a:spcBef>
              <a:buSzTx/>
              <a:buFontTx/>
              <a:buNone/>
              <a:defRPr sz="5194" b="1"/>
            </a:lvl1pPr>
            <a:lvl2pPr marL="0" indent="1065527" defTabSz="2016045">
              <a:spcBef>
                <a:spcPts val="2147"/>
              </a:spcBef>
              <a:buSzTx/>
              <a:buFontTx/>
              <a:buNone/>
              <a:defRPr sz="5194" b="1"/>
            </a:lvl2pPr>
            <a:lvl3pPr marL="0" indent="2131054" defTabSz="2016045">
              <a:spcBef>
                <a:spcPts val="2147"/>
              </a:spcBef>
              <a:buSzTx/>
              <a:buFontTx/>
              <a:buNone/>
              <a:defRPr sz="5194" b="1"/>
            </a:lvl3pPr>
            <a:lvl4pPr marL="0" indent="3196582" defTabSz="2016045">
              <a:spcBef>
                <a:spcPts val="2147"/>
              </a:spcBef>
              <a:buSzTx/>
              <a:buFontTx/>
              <a:buNone/>
              <a:defRPr sz="5194" b="1"/>
            </a:lvl4pPr>
            <a:lvl5pPr marL="0" indent="4262110" defTabSz="2016045">
              <a:spcBef>
                <a:spcPts val="2147"/>
              </a:spcBef>
              <a:buSzTx/>
              <a:buFontTx/>
              <a:buNone/>
              <a:defRPr sz="5194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825461" y="5574955"/>
            <a:ext cx="9090827" cy="935577"/>
          </a:xfrm>
          <a:prstGeom prst="rect">
            <a:avLst/>
          </a:prstGeom>
          <a:ln w="12700"/>
        </p:spPr>
        <p:txBody>
          <a:bodyPr anchor="b">
            <a:normAutofit/>
          </a:bodyPr>
          <a:lstStyle>
            <a:lvl1pPr marL="0" indent="0" defTabSz="2016045">
              <a:spcBef>
                <a:spcPts val="2147"/>
              </a:spcBef>
              <a:buSzTx/>
              <a:buFontTx/>
              <a:buNone/>
              <a:defRPr sz="10400" b="1"/>
            </a:lvl1pPr>
          </a:lstStyle>
          <a:p>
            <a:pPr marL="0" indent="0" defTabSz="4036934">
              <a:spcBef>
                <a:spcPts val="4300"/>
              </a:spcBef>
              <a:buSzTx/>
              <a:buFontTx/>
              <a:buNone/>
              <a:defRPr sz="10400" b="1"/>
            </a:pPr>
            <a:endParaRPr/>
          </a:p>
        </p:txBody>
      </p:sp>
      <p:sp>
        <p:nvSpPr>
          <p:cNvPr id="17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itle Text"/>
          <p:cNvSpPr txBox="1">
            <a:spLocks noGrp="1"/>
          </p:cNvSpPr>
          <p:nvPr>
            <p:ph type="title"/>
          </p:nvPr>
        </p:nvSpPr>
        <p:spPr>
          <a:xfrm>
            <a:off x="1470124" y="4080558"/>
            <a:ext cx="18443378" cy="1505216"/>
          </a:xfrm>
          <a:prstGeom prst="rect">
            <a:avLst/>
          </a:prstGeom>
        </p:spPr>
        <p:txBody>
          <a:bodyPr>
            <a:normAutofit/>
          </a:bodyPr>
          <a:lstStyle>
            <a:lvl1pPr defTabSz="2016045">
              <a:defRPr sz="9588"/>
            </a:lvl1pPr>
          </a:lstStyle>
          <a:p>
            <a:r>
              <a:t>Title Text</a:t>
            </a:r>
          </a:p>
        </p:txBody>
      </p:sp>
      <p:sp>
        <p:nvSpPr>
          <p:cNvPr id="1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itle Text"/>
          <p:cNvSpPr txBox="1">
            <a:spLocks noGrp="1"/>
          </p:cNvSpPr>
          <p:nvPr>
            <p:ph type="title"/>
          </p:nvPr>
        </p:nvSpPr>
        <p:spPr>
          <a:xfrm>
            <a:off x="1472909" y="4185110"/>
            <a:ext cx="6896776" cy="1817074"/>
          </a:xfrm>
          <a:prstGeom prst="rect">
            <a:avLst/>
          </a:prstGeom>
        </p:spPr>
        <p:txBody>
          <a:bodyPr anchor="b">
            <a:normAutofit/>
          </a:bodyPr>
          <a:lstStyle>
            <a:lvl1pPr defTabSz="2016045">
              <a:defRPr sz="6992"/>
            </a:lvl1pPr>
          </a:lstStyle>
          <a:p>
            <a:r>
              <a:t>Title Text</a:t>
            </a:r>
          </a:p>
        </p:txBody>
      </p:sp>
      <p:sp>
        <p:nvSpPr>
          <p:cNvPr id="19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090826" y="4787197"/>
            <a:ext cx="10825461" cy="5534143"/>
          </a:xfrm>
          <a:prstGeom prst="rect">
            <a:avLst/>
          </a:prstGeom>
        </p:spPr>
        <p:txBody>
          <a:bodyPr>
            <a:normAutofit/>
          </a:bodyPr>
          <a:lstStyle>
            <a:lvl1pPr marL="500584" indent="-500584" defTabSz="2016045">
              <a:spcBef>
                <a:spcPts val="2147"/>
              </a:spcBef>
              <a:defRPr sz="6992"/>
            </a:lvl1pPr>
            <a:lvl2pPr marL="1639273" indent="-573746" defTabSz="2016045">
              <a:spcBef>
                <a:spcPts val="2147"/>
              </a:spcBef>
              <a:defRPr sz="6992"/>
            </a:lvl2pPr>
            <a:lvl3pPr marL="2797009" indent="-665955" defTabSz="2016045">
              <a:spcBef>
                <a:spcPts val="2147"/>
              </a:spcBef>
              <a:defRPr sz="6992"/>
            </a:lvl3pPr>
            <a:lvl4pPr marL="3998591" indent="-802010" defTabSz="2016045">
              <a:spcBef>
                <a:spcPts val="2147"/>
              </a:spcBef>
              <a:defRPr sz="6992"/>
            </a:lvl4pPr>
            <a:lvl5pPr marL="5064120" indent="-802009" defTabSz="2016045">
              <a:spcBef>
                <a:spcPts val="2147"/>
              </a:spcBef>
              <a:defRPr sz="6992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472909" y="6002183"/>
            <a:ext cx="6896776" cy="4328170"/>
          </a:xfrm>
          <a:prstGeom prst="rect">
            <a:avLst/>
          </a:prstGeom>
          <a:ln w="12700"/>
        </p:spPr>
        <p:txBody>
          <a:bodyPr>
            <a:normAutofit/>
          </a:bodyPr>
          <a:lstStyle>
            <a:lvl1pPr marL="0" indent="0" defTabSz="2016045">
              <a:spcBef>
                <a:spcPts val="2147"/>
              </a:spcBef>
              <a:buSzTx/>
              <a:buFontTx/>
              <a:buNone/>
              <a:defRPr sz="7000"/>
            </a:lvl1pPr>
          </a:lstStyle>
          <a:p>
            <a:pPr marL="0" indent="0" defTabSz="4036934">
              <a:spcBef>
                <a:spcPts val="4300"/>
              </a:spcBef>
              <a:buSzTx/>
              <a:buFontTx/>
              <a:buNone/>
              <a:defRPr sz="7000"/>
            </a:pPr>
            <a:endParaRPr/>
          </a:p>
        </p:txBody>
      </p:sp>
      <p:sp>
        <p:nvSpPr>
          <p:cNvPr id="1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itle Text"/>
          <p:cNvSpPr txBox="1">
            <a:spLocks noGrp="1"/>
          </p:cNvSpPr>
          <p:nvPr>
            <p:ph type="title"/>
          </p:nvPr>
        </p:nvSpPr>
        <p:spPr>
          <a:xfrm>
            <a:off x="1472909" y="4185110"/>
            <a:ext cx="6896776" cy="1817074"/>
          </a:xfrm>
          <a:prstGeom prst="rect">
            <a:avLst/>
          </a:prstGeom>
        </p:spPr>
        <p:txBody>
          <a:bodyPr anchor="b">
            <a:normAutofit/>
          </a:bodyPr>
          <a:lstStyle>
            <a:lvl1pPr defTabSz="2016045">
              <a:defRPr sz="6992"/>
            </a:lvl1pPr>
          </a:lstStyle>
          <a:p>
            <a:r>
              <a:t>Title Text</a:t>
            </a:r>
          </a:p>
        </p:txBody>
      </p:sp>
      <p:sp>
        <p:nvSpPr>
          <p:cNvPr id="20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090826" y="4787197"/>
            <a:ext cx="10825461" cy="5534143"/>
          </a:xfrm>
          <a:prstGeom prst="rect">
            <a:avLst/>
          </a:prstGeom>
          <a:ln w="12700"/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20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472909" y="6002183"/>
            <a:ext cx="6896776" cy="43281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defTabSz="2016045">
              <a:spcBef>
                <a:spcPts val="2147"/>
              </a:spcBef>
              <a:buSzTx/>
              <a:buFontTx/>
              <a:buNone/>
              <a:defRPr sz="3496"/>
            </a:lvl1pPr>
            <a:lvl2pPr marL="0" indent="1065527" defTabSz="2016045">
              <a:spcBef>
                <a:spcPts val="2147"/>
              </a:spcBef>
              <a:buSzTx/>
              <a:buFontTx/>
              <a:buNone/>
              <a:defRPr sz="3496"/>
            </a:lvl2pPr>
            <a:lvl3pPr marL="0" indent="2131054" defTabSz="2016045">
              <a:spcBef>
                <a:spcPts val="2147"/>
              </a:spcBef>
              <a:buSzTx/>
              <a:buFontTx/>
              <a:buNone/>
              <a:defRPr sz="3496"/>
            </a:lvl3pPr>
            <a:lvl4pPr marL="0" indent="3196582" defTabSz="2016045">
              <a:spcBef>
                <a:spcPts val="2147"/>
              </a:spcBef>
              <a:buSzTx/>
              <a:buFontTx/>
              <a:buNone/>
              <a:defRPr sz="3496"/>
            </a:lvl4pPr>
            <a:lvl5pPr marL="0" indent="4262110" defTabSz="2016045">
              <a:spcBef>
                <a:spcPts val="2147"/>
              </a:spcBef>
              <a:buSzTx/>
              <a:buFontTx/>
              <a:buNone/>
              <a:defRPr sz="3496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itle Text"/>
          <p:cNvSpPr txBox="1">
            <a:spLocks noGrp="1"/>
          </p:cNvSpPr>
          <p:nvPr>
            <p:ph type="title"/>
          </p:nvPr>
        </p:nvSpPr>
        <p:spPr>
          <a:xfrm>
            <a:off x="1470124" y="4080558"/>
            <a:ext cx="18443378" cy="1505216"/>
          </a:xfrm>
          <a:prstGeom prst="rect">
            <a:avLst/>
          </a:prstGeom>
        </p:spPr>
        <p:txBody>
          <a:bodyPr>
            <a:normAutofit/>
          </a:bodyPr>
          <a:lstStyle>
            <a:lvl1pPr defTabSz="2016045">
              <a:defRPr sz="9588"/>
            </a:lvl1pPr>
          </a:lstStyle>
          <a:p>
            <a:r>
              <a:t>Title Text</a:t>
            </a:r>
          </a:p>
        </p:txBody>
      </p:sp>
      <p:sp>
        <p:nvSpPr>
          <p:cNvPr id="21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470124" y="5738996"/>
            <a:ext cx="18443378" cy="4941072"/>
          </a:xfrm>
          <a:prstGeom prst="rect">
            <a:avLst/>
          </a:prstGeom>
        </p:spPr>
        <p:txBody>
          <a:bodyPr>
            <a:normAutofit/>
          </a:bodyPr>
          <a:lstStyle>
            <a:lvl1pPr marL="499978" indent="-499978" defTabSz="2016045">
              <a:spcBef>
                <a:spcPts val="2147"/>
              </a:spcBef>
              <a:defRPr sz="6093"/>
            </a:lvl1pPr>
            <a:lvl2pPr marL="1645860" indent="-580332" defTabSz="2016045">
              <a:spcBef>
                <a:spcPts val="2147"/>
              </a:spcBef>
              <a:defRPr sz="6093"/>
            </a:lvl2pPr>
            <a:lvl3pPr marL="2829949" indent="-698894" defTabSz="2016045">
              <a:spcBef>
                <a:spcPts val="2147"/>
              </a:spcBef>
              <a:defRPr sz="6093"/>
            </a:lvl3pPr>
            <a:lvl4pPr marL="3970358" indent="-773776" defTabSz="2016045">
              <a:spcBef>
                <a:spcPts val="2147"/>
              </a:spcBef>
              <a:defRPr sz="6093"/>
            </a:lvl4pPr>
            <a:lvl5pPr marL="5035886" indent="-773776" defTabSz="2016045">
              <a:spcBef>
                <a:spcPts val="2147"/>
              </a:spcBef>
              <a:defRPr sz="6093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itle Text"/>
          <p:cNvSpPr txBox="1">
            <a:spLocks noGrp="1"/>
          </p:cNvSpPr>
          <p:nvPr>
            <p:ph type="title"/>
          </p:nvPr>
        </p:nvSpPr>
        <p:spPr>
          <a:xfrm>
            <a:off x="15302658" y="4080555"/>
            <a:ext cx="4610845" cy="6599512"/>
          </a:xfrm>
          <a:prstGeom prst="rect">
            <a:avLst/>
          </a:prstGeom>
        </p:spPr>
        <p:txBody>
          <a:bodyPr>
            <a:normAutofit/>
          </a:bodyPr>
          <a:lstStyle>
            <a:lvl1pPr defTabSz="2016045">
              <a:defRPr sz="9588"/>
            </a:lvl1pPr>
          </a:lstStyle>
          <a:p>
            <a:r>
              <a:t>Title Text</a:t>
            </a:r>
          </a:p>
        </p:txBody>
      </p:sp>
      <p:sp>
        <p:nvSpPr>
          <p:cNvPr id="22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470125" y="4080555"/>
            <a:ext cx="13565238" cy="6599512"/>
          </a:xfrm>
          <a:prstGeom prst="rect">
            <a:avLst/>
          </a:prstGeom>
        </p:spPr>
        <p:txBody>
          <a:bodyPr>
            <a:normAutofit/>
          </a:bodyPr>
          <a:lstStyle>
            <a:lvl1pPr marL="499978" indent="-499978" defTabSz="2016045">
              <a:spcBef>
                <a:spcPts val="2147"/>
              </a:spcBef>
              <a:defRPr sz="6093"/>
            </a:lvl1pPr>
            <a:lvl2pPr marL="1645860" indent="-580332" defTabSz="2016045">
              <a:spcBef>
                <a:spcPts val="2147"/>
              </a:spcBef>
              <a:defRPr sz="6093"/>
            </a:lvl2pPr>
            <a:lvl3pPr marL="2829949" indent="-698894" defTabSz="2016045">
              <a:spcBef>
                <a:spcPts val="2147"/>
              </a:spcBef>
              <a:defRPr sz="6093"/>
            </a:lvl3pPr>
            <a:lvl4pPr marL="3970358" indent="-773776" defTabSz="2016045">
              <a:spcBef>
                <a:spcPts val="2147"/>
              </a:spcBef>
              <a:defRPr sz="6093"/>
            </a:lvl4pPr>
            <a:lvl5pPr marL="5035886" indent="-773776" defTabSz="2016045">
              <a:spcBef>
                <a:spcPts val="2147"/>
              </a:spcBef>
              <a:defRPr sz="6093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itle Text"/>
          <p:cNvSpPr txBox="1">
            <a:spLocks noGrp="1"/>
          </p:cNvSpPr>
          <p:nvPr>
            <p:ph type="title"/>
          </p:nvPr>
        </p:nvSpPr>
        <p:spPr>
          <a:xfrm>
            <a:off x="1603772" y="4940421"/>
            <a:ext cx="18176082" cy="271119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defTabSz="2016045">
              <a:defRPr sz="13184"/>
            </a:lvl1pPr>
          </a:lstStyle>
          <a:p>
            <a:r>
              <a:t>Title Text</a:t>
            </a:r>
          </a:p>
        </p:txBody>
      </p:sp>
      <p:sp>
        <p:nvSpPr>
          <p:cNvPr id="23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672954" y="7756164"/>
            <a:ext cx="16037719" cy="18801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2016045">
              <a:spcBef>
                <a:spcPts val="2147"/>
              </a:spcBef>
              <a:buSzTx/>
              <a:buFontTx/>
              <a:buNone/>
              <a:defRPr sz="5194"/>
            </a:lvl1pPr>
            <a:lvl2pPr marL="0" indent="1065527" algn="ctr" defTabSz="2016045">
              <a:spcBef>
                <a:spcPts val="2147"/>
              </a:spcBef>
              <a:buSzTx/>
              <a:buFontTx/>
              <a:buNone/>
              <a:defRPr sz="5194"/>
            </a:lvl2pPr>
            <a:lvl3pPr marL="0" indent="2131054" algn="ctr" defTabSz="2016045">
              <a:spcBef>
                <a:spcPts val="2147"/>
              </a:spcBef>
              <a:buSzTx/>
              <a:buFontTx/>
              <a:buNone/>
              <a:defRPr sz="5194"/>
            </a:lvl3pPr>
            <a:lvl4pPr marL="0" indent="3196582" algn="ctr" defTabSz="2016045">
              <a:spcBef>
                <a:spcPts val="2147"/>
              </a:spcBef>
              <a:buSzTx/>
              <a:buFontTx/>
              <a:buNone/>
              <a:defRPr sz="5194"/>
            </a:lvl4pPr>
            <a:lvl5pPr marL="0" indent="4262110" algn="ctr" defTabSz="2016045">
              <a:spcBef>
                <a:spcPts val="2147"/>
              </a:spcBef>
              <a:buSzTx/>
              <a:buFontTx/>
              <a:buNone/>
              <a:defRPr sz="5194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itle Text"/>
          <p:cNvSpPr txBox="1">
            <a:spLocks noGrp="1"/>
          </p:cNvSpPr>
          <p:nvPr>
            <p:ph type="title"/>
          </p:nvPr>
        </p:nvSpPr>
        <p:spPr>
          <a:xfrm>
            <a:off x="1470124" y="4080558"/>
            <a:ext cx="18443378" cy="1505216"/>
          </a:xfrm>
          <a:prstGeom prst="rect">
            <a:avLst/>
          </a:prstGeom>
        </p:spPr>
        <p:txBody>
          <a:bodyPr>
            <a:normAutofit/>
          </a:bodyPr>
          <a:lstStyle>
            <a:lvl1pPr defTabSz="2016045">
              <a:defRPr sz="9588"/>
            </a:lvl1pPr>
          </a:lstStyle>
          <a:p>
            <a:r>
              <a:t>Title Text</a:t>
            </a:r>
          </a:p>
        </p:txBody>
      </p:sp>
      <p:sp>
        <p:nvSpPr>
          <p:cNvPr id="24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470124" y="5738996"/>
            <a:ext cx="18443378" cy="4941072"/>
          </a:xfrm>
          <a:prstGeom prst="rect">
            <a:avLst/>
          </a:prstGeom>
        </p:spPr>
        <p:txBody>
          <a:bodyPr>
            <a:normAutofit/>
          </a:bodyPr>
          <a:lstStyle>
            <a:lvl1pPr marL="499978" indent="-499978" defTabSz="2016045">
              <a:spcBef>
                <a:spcPts val="2147"/>
              </a:spcBef>
              <a:defRPr sz="6093"/>
            </a:lvl1pPr>
            <a:lvl2pPr marL="1645860" indent="-580332" defTabSz="2016045">
              <a:spcBef>
                <a:spcPts val="2147"/>
              </a:spcBef>
              <a:defRPr sz="6093"/>
            </a:lvl2pPr>
            <a:lvl3pPr marL="2829949" indent="-698894" defTabSz="2016045">
              <a:spcBef>
                <a:spcPts val="2147"/>
              </a:spcBef>
              <a:defRPr sz="6093"/>
            </a:lvl3pPr>
            <a:lvl4pPr marL="3970358" indent="-773776" defTabSz="2016045">
              <a:spcBef>
                <a:spcPts val="2147"/>
              </a:spcBef>
              <a:defRPr sz="6093"/>
            </a:lvl4pPr>
            <a:lvl5pPr marL="5035886" indent="-773776" defTabSz="2016045">
              <a:spcBef>
                <a:spcPts val="2147"/>
              </a:spcBef>
              <a:defRPr sz="6093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itle Text"/>
          <p:cNvSpPr txBox="1">
            <a:spLocks noGrp="1"/>
          </p:cNvSpPr>
          <p:nvPr>
            <p:ph type="title"/>
          </p:nvPr>
        </p:nvSpPr>
        <p:spPr>
          <a:xfrm>
            <a:off x="1458987" y="5607405"/>
            <a:ext cx="18443378" cy="3239366"/>
          </a:xfrm>
          <a:prstGeom prst="rect">
            <a:avLst/>
          </a:prstGeom>
        </p:spPr>
        <p:txBody>
          <a:bodyPr anchor="b">
            <a:normAutofit/>
          </a:bodyPr>
          <a:lstStyle>
            <a:lvl1pPr defTabSz="2016045">
              <a:defRPr sz="13184"/>
            </a:lvl1pPr>
          </a:lstStyle>
          <a:p>
            <a:r>
              <a:t>Title Text</a:t>
            </a:r>
          </a:p>
        </p:txBody>
      </p:sp>
      <p:sp>
        <p:nvSpPr>
          <p:cNvPr id="25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458987" y="8877415"/>
            <a:ext cx="18443378" cy="17035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defTabSz="2016045">
              <a:spcBef>
                <a:spcPts val="2147"/>
              </a:spcBef>
              <a:buSzTx/>
              <a:buFontTx/>
              <a:buNone/>
              <a:defRPr sz="5194"/>
            </a:lvl1pPr>
            <a:lvl2pPr marL="0" indent="1065527" defTabSz="2016045">
              <a:spcBef>
                <a:spcPts val="2147"/>
              </a:spcBef>
              <a:buSzTx/>
              <a:buFontTx/>
              <a:buNone/>
              <a:defRPr sz="5194"/>
            </a:lvl2pPr>
            <a:lvl3pPr marL="0" indent="2131054" defTabSz="2016045">
              <a:spcBef>
                <a:spcPts val="2147"/>
              </a:spcBef>
              <a:buSzTx/>
              <a:buFontTx/>
              <a:buNone/>
              <a:defRPr sz="5194"/>
            </a:lvl3pPr>
            <a:lvl4pPr marL="0" indent="3196582" defTabSz="2016045">
              <a:spcBef>
                <a:spcPts val="2147"/>
              </a:spcBef>
              <a:buSzTx/>
              <a:buFontTx/>
              <a:buNone/>
              <a:defRPr sz="5194"/>
            </a:lvl4pPr>
            <a:lvl5pPr marL="0" indent="4262110" defTabSz="2016045">
              <a:spcBef>
                <a:spcPts val="2147"/>
              </a:spcBef>
              <a:buSzTx/>
              <a:buFontTx/>
              <a:buNone/>
              <a:defRPr sz="5194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itle Text"/>
          <p:cNvSpPr txBox="1">
            <a:spLocks noGrp="1"/>
          </p:cNvSpPr>
          <p:nvPr>
            <p:ph type="title"/>
          </p:nvPr>
        </p:nvSpPr>
        <p:spPr>
          <a:xfrm>
            <a:off x="1470124" y="4080558"/>
            <a:ext cx="18443378" cy="1505216"/>
          </a:xfrm>
          <a:prstGeom prst="rect">
            <a:avLst/>
          </a:prstGeom>
        </p:spPr>
        <p:txBody>
          <a:bodyPr>
            <a:normAutofit/>
          </a:bodyPr>
          <a:lstStyle>
            <a:lvl1pPr defTabSz="2016045">
              <a:defRPr sz="9588"/>
            </a:lvl1pPr>
          </a:lstStyle>
          <a:p>
            <a:r>
              <a:t>Title Text</a:t>
            </a:r>
          </a:p>
        </p:txBody>
      </p:sp>
      <p:sp>
        <p:nvSpPr>
          <p:cNvPr id="26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470124" y="5738996"/>
            <a:ext cx="9088042" cy="4941072"/>
          </a:xfrm>
          <a:prstGeom prst="rect">
            <a:avLst/>
          </a:prstGeom>
        </p:spPr>
        <p:txBody>
          <a:bodyPr>
            <a:normAutofit/>
          </a:bodyPr>
          <a:lstStyle>
            <a:lvl1pPr marL="499978" indent="-499978" defTabSz="2016045">
              <a:spcBef>
                <a:spcPts val="2147"/>
              </a:spcBef>
              <a:defRPr sz="6093"/>
            </a:lvl1pPr>
            <a:lvl2pPr marL="1645860" indent="-580332" defTabSz="2016045">
              <a:spcBef>
                <a:spcPts val="2147"/>
              </a:spcBef>
              <a:defRPr sz="6093"/>
            </a:lvl2pPr>
            <a:lvl3pPr marL="2829949" indent="-698894" defTabSz="2016045">
              <a:spcBef>
                <a:spcPts val="2147"/>
              </a:spcBef>
              <a:defRPr sz="6093"/>
            </a:lvl3pPr>
            <a:lvl4pPr marL="3970358" indent="-773776" defTabSz="2016045">
              <a:spcBef>
                <a:spcPts val="2147"/>
              </a:spcBef>
              <a:defRPr sz="6093"/>
            </a:lvl4pPr>
            <a:lvl5pPr marL="5035886" indent="-773776" defTabSz="2016045">
              <a:spcBef>
                <a:spcPts val="2147"/>
              </a:spcBef>
              <a:defRPr sz="6093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itle Text"/>
          <p:cNvSpPr txBox="1">
            <a:spLocks noGrp="1"/>
          </p:cNvSpPr>
          <p:nvPr>
            <p:ph type="title"/>
          </p:nvPr>
        </p:nvSpPr>
        <p:spPr>
          <a:xfrm>
            <a:off x="1472909" y="4080558"/>
            <a:ext cx="18443378" cy="1505216"/>
          </a:xfrm>
          <a:prstGeom prst="rect">
            <a:avLst/>
          </a:prstGeom>
        </p:spPr>
        <p:txBody>
          <a:bodyPr>
            <a:normAutofit/>
          </a:bodyPr>
          <a:lstStyle>
            <a:lvl1pPr defTabSz="2016045">
              <a:defRPr sz="9588"/>
            </a:lvl1pPr>
          </a:lstStyle>
          <a:p>
            <a:r>
              <a:t>Title Text</a:t>
            </a:r>
          </a:p>
        </p:txBody>
      </p:sp>
      <p:sp>
        <p:nvSpPr>
          <p:cNvPr id="27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472912" y="5574955"/>
            <a:ext cx="9046276" cy="93557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defTabSz="2016045">
              <a:spcBef>
                <a:spcPts val="2147"/>
              </a:spcBef>
              <a:buSzTx/>
              <a:buFontTx/>
              <a:buNone/>
              <a:defRPr sz="5194" b="1"/>
            </a:lvl1pPr>
            <a:lvl2pPr marL="0" indent="1065527" defTabSz="2016045">
              <a:spcBef>
                <a:spcPts val="2147"/>
              </a:spcBef>
              <a:buSzTx/>
              <a:buFontTx/>
              <a:buNone/>
              <a:defRPr sz="5194" b="1"/>
            </a:lvl2pPr>
            <a:lvl3pPr marL="0" indent="2131054" defTabSz="2016045">
              <a:spcBef>
                <a:spcPts val="2147"/>
              </a:spcBef>
              <a:buSzTx/>
              <a:buFontTx/>
              <a:buNone/>
              <a:defRPr sz="5194" b="1"/>
            </a:lvl3pPr>
            <a:lvl4pPr marL="0" indent="3196582" defTabSz="2016045">
              <a:spcBef>
                <a:spcPts val="2147"/>
              </a:spcBef>
              <a:buSzTx/>
              <a:buFontTx/>
              <a:buNone/>
              <a:defRPr sz="5194" b="1"/>
            </a:lvl4pPr>
            <a:lvl5pPr marL="0" indent="4262110" defTabSz="2016045">
              <a:spcBef>
                <a:spcPts val="2147"/>
              </a:spcBef>
              <a:buSzTx/>
              <a:buFontTx/>
              <a:buNone/>
              <a:defRPr sz="5194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825461" y="5574955"/>
            <a:ext cx="9090827" cy="935577"/>
          </a:xfrm>
          <a:prstGeom prst="rect">
            <a:avLst/>
          </a:prstGeom>
          <a:ln w="12700"/>
        </p:spPr>
        <p:txBody>
          <a:bodyPr anchor="b">
            <a:normAutofit/>
          </a:bodyPr>
          <a:lstStyle>
            <a:lvl1pPr marL="0" indent="0" defTabSz="2016045">
              <a:spcBef>
                <a:spcPts val="2147"/>
              </a:spcBef>
              <a:buSzTx/>
              <a:buFontTx/>
              <a:buNone/>
              <a:defRPr sz="10400" b="1"/>
            </a:lvl1pPr>
          </a:lstStyle>
          <a:p>
            <a:pPr marL="0" indent="0" defTabSz="4036934">
              <a:spcBef>
                <a:spcPts val="4300"/>
              </a:spcBef>
              <a:buSzTx/>
              <a:buFontTx/>
              <a:buNone/>
              <a:defRPr sz="10400" b="1"/>
            </a:pPr>
            <a:endParaRPr/>
          </a:p>
        </p:txBody>
      </p:sp>
      <p:sp>
        <p:nvSpPr>
          <p:cNvPr id="2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itle Text"/>
          <p:cNvSpPr txBox="1">
            <a:spLocks noGrp="1"/>
          </p:cNvSpPr>
          <p:nvPr>
            <p:ph type="title"/>
          </p:nvPr>
        </p:nvSpPr>
        <p:spPr>
          <a:xfrm>
            <a:off x="1470124" y="4080558"/>
            <a:ext cx="18443378" cy="1505216"/>
          </a:xfrm>
          <a:prstGeom prst="rect">
            <a:avLst/>
          </a:prstGeom>
        </p:spPr>
        <p:txBody>
          <a:bodyPr>
            <a:normAutofit/>
          </a:bodyPr>
          <a:lstStyle>
            <a:lvl1pPr defTabSz="2016045">
              <a:defRPr sz="9588"/>
            </a:lvl1pPr>
          </a:lstStyle>
          <a:p>
            <a:r>
              <a:t>Title Text</a:t>
            </a:r>
          </a:p>
        </p:txBody>
      </p:sp>
      <p:sp>
        <p:nvSpPr>
          <p:cNvPr id="28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Title Text"/>
          <p:cNvSpPr txBox="1">
            <a:spLocks noGrp="1"/>
          </p:cNvSpPr>
          <p:nvPr>
            <p:ph type="title"/>
          </p:nvPr>
        </p:nvSpPr>
        <p:spPr>
          <a:xfrm>
            <a:off x="1472909" y="4185110"/>
            <a:ext cx="6896776" cy="1817074"/>
          </a:xfrm>
          <a:prstGeom prst="rect">
            <a:avLst/>
          </a:prstGeom>
        </p:spPr>
        <p:txBody>
          <a:bodyPr anchor="b">
            <a:normAutofit/>
          </a:bodyPr>
          <a:lstStyle>
            <a:lvl1pPr defTabSz="2016045">
              <a:defRPr sz="6992"/>
            </a:lvl1pPr>
          </a:lstStyle>
          <a:p>
            <a:r>
              <a:t>Title Text</a:t>
            </a:r>
          </a:p>
        </p:txBody>
      </p:sp>
      <p:sp>
        <p:nvSpPr>
          <p:cNvPr id="29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090826" y="4787197"/>
            <a:ext cx="10825461" cy="5534143"/>
          </a:xfrm>
          <a:prstGeom prst="rect">
            <a:avLst/>
          </a:prstGeom>
        </p:spPr>
        <p:txBody>
          <a:bodyPr>
            <a:normAutofit/>
          </a:bodyPr>
          <a:lstStyle>
            <a:lvl1pPr marL="500584" indent="-500584" defTabSz="2016045">
              <a:spcBef>
                <a:spcPts val="2147"/>
              </a:spcBef>
              <a:defRPr sz="6992"/>
            </a:lvl1pPr>
            <a:lvl2pPr marL="1639273" indent="-573746" defTabSz="2016045">
              <a:spcBef>
                <a:spcPts val="2147"/>
              </a:spcBef>
              <a:defRPr sz="6992"/>
            </a:lvl2pPr>
            <a:lvl3pPr marL="2797009" indent="-665955" defTabSz="2016045">
              <a:spcBef>
                <a:spcPts val="2147"/>
              </a:spcBef>
              <a:defRPr sz="6992"/>
            </a:lvl3pPr>
            <a:lvl4pPr marL="3998591" indent="-802010" defTabSz="2016045">
              <a:spcBef>
                <a:spcPts val="2147"/>
              </a:spcBef>
              <a:defRPr sz="6992"/>
            </a:lvl4pPr>
            <a:lvl5pPr marL="5064120" indent="-802009" defTabSz="2016045">
              <a:spcBef>
                <a:spcPts val="2147"/>
              </a:spcBef>
              <a:defRPr sz="6992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0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472909" y="6002183"/>
            <a:ext cx="6896776" cy="4328170"/>
          </a:xfrm>
          <a:prstGeom prst="rect">
            <a:avLst/>
          </a:prstGeom>
          <a:ln w="12700"/>
        </p:spPr>
        <p:txBody>
          <a:bodyPr>
            <a:normAutofit/>
          </a:bodyPr>
          <a:lstStyle>
            <a:lvl1pPr marL="0" indent="0" defTabSz="2016045">
              <a:spcBef>
                <a:spcPts val="2147"/>
              </a:spcBef>
              <a:buSzTx/>
              <a:buFontTx/>
              <a:buNone/>
              <a:defRPr sz="7000"/>
            </a:lvl1pPr>
          </a:lstStyle>
          <a:p>
            <a:pPr marL="0" indent="0" defTabSz="4036934">
              <a:spcBef>
                <a:spcPts val="4300"/>
              </a:spcBef>
              <a:buSzTx/>
              <a:buFontTx/>
              <a:buNone/>
              <a:defRPr sz="7000"/>
            </a:pPr>
            <a:endParaRPr/>
          </a:p>
        </p:txBody>
      </p:sp>
      <p:sp>
        <p:nvSpPr>
          <p:cNvPr id="30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itle Text"/>
          <p:cNvSpPr txBox="1">
            <a:spLocks noGrp="1"/>
          </p:cNvSpPr>
          <p:nvPr>
            <p:ph type="title"/>
          </p:nvPr>
        </p:nvSpPr>
        <p:spPr>
          <a:xfrm>
            <a:off x="1472909" y="4185110"/>
            <a:ext cx="6896776" cy="1817074"/>
          </a:xfrm>
          <a:prstGeom prst="rect">
            <a:avLst/>
          </a:prstGeom>
        </p:spPr>
        <p:txBody>
          <a:bodyPr anchor="b">
            <a:normAutofit/>
          </a:bodyPr>
          <a:lstStyle>
            <a:lvl1pPr defTabSz="2016045">
              <a:defRPr sz="6992"/>
            </a:lvl1pPr>
          </a:lstStyle>
          <a:p>
            <a:r>
              <a:t>Title Text</a:t>
            </a:r>
          </a:p>
        </p:txBody>
      </p:sp>
      <p:sp>
        <p:nvSpPr>
          <p:cNvPr id="309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090826" y="4787197"/>
            <a:ext cx="10825461" cy="5534143"/>
          </a:xfrm>
          <a:prstGeom prst="rect">
            <a:avLst/>
          </a:prstGeom>
          <a:ln w="12700"/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31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472909" y="6002183"/>
            <a:ext cx="6896776" cy="43281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defTabSz="2016045">
              <a:spcBef>
                <a:spcPts val="2147"/>
              </a:spcBef>
              <a:buSzTx/>
              <a:buFontTx/>
              <a:buNone/>
              <a:defRPr sz="3496"/>
            </a:lvl1pPr>
            <a:lvl2pPr marL="0" indent="1065527" defTabSz="2016045">
              <a:spcBef>
                <a:spcPts val="2147"/>
              </a:spcBef>
              <a:buSzTx/>
              <a:buFontTx/>
              <a:buNone/>
              <a:defRPr sz="3496"/>
            </a:lvl2pPr>
            <a:lvl3pPr marL="0" indent="2131054" defTabSz="2016045">
              <a:spcBef>
                <a:spcPts val="2147"/>
              </a:spcBef>
              <a:buSzTx/>
              <a:buFontTx/>
              <a:buNone/>
              <a:defRPr sz="3496"/>
            </a:lvl3pPr>
            <a:lvl4pPr marL="0" indent="3196582" defTabSz="2016045">
              <a:spcBef>
                <a:spcPts val="2147"/>
              </a:spcBef>
              <a:buSzTx/>
              <a:buFontTx/>
              <a:buNone/>
              <a:defRPr sz="3496"/>
            </a:lvl4pPr>
            <a:lvl5pPr marL="0" indent="4262110" defTabSz="2016045">
              <a:spcBef>
                <a:spcPts val="2147"/>
              </a:spcBef>
              <a:buSzTx/>
              <a:buFontTx/>
              <a:buNone/>
              <a:defRPr sz="3496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itle Text"/>
          <p:cNvSpPr txBox="1">
            <a:spLocks noGrp="1"/>
          </p:cNvSpPr>
          <p:nvPr>
            <p:ph type="title"/>
          </p:nvPr>
        </p:nvSpPr>
        <p:spPr>
          <a:xfrm>
            <a:off x="1470124" y="4080558"/>
            <a:ext cx="18443378" cy="1505216"/>
          </a:xfrm>
          <a:prstGeom prst="rect">
            <a:avLst/>
          </a:prstGeom>
        </p:spPr>
        <p:txBody>
          <a:bodyPr>
            <a:normAutofit/>
          </a:bodyPr>
          <a:lstStyle>
            <a:lvl1pPr defTabSz="2016045">
              <a:defRPr sz="9588"/>
            </a:lvl1pPr>
          </a:lstStyle>
          <a:p>
            <a:r>
              <a:t>Title Text</a:t>
            </a:r>
          </a:p>
        </p:txBody>
      </p:sp>
      <p:sp>
        <p:nvSpPr>
          <p:cNvPr id="31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470124" y="5738996"/>
            <a:ext cx="18443378" cy="4941072"/>
          </a:xfrm>
          <a:prstGeom prst="rect">
            <a:avLst/>
          </a:prstGeom>
        </p:spPr>
        <p:txBody>
          <a:bodyPr>
            <a:normAutofit/>
          </a:bodyPr>
          <a:lstStyle>
            <a:lvl1pPr marL="499978" indent="-499978" defTabSz="2016045">
              <a:spcBef>
                <a:spcPts val="2147"/>
              </a:spcBef>
              <a:defRPr sz="6093"/>
            </a:lvl1pPr>
            <a:lvl2pPr marL="1645860" indent="-580332" defTabSz="2016045">
              <a:spcBef>
                <a:spcPts val="2147"/>
              </a:spcBef>
              <a:defRPr sz="6093"/>
            </a:lvl2pPr>
            <a:lvl3pPr marL="2829949" indent="-698894" defTabSz="2016045">
              <a:spcBef>
                <a:spcPts val="2147"/>
              </a:spcBef>
              <a:defRPr sz="6093"/>
            </a:lvl3pPr>
            <a:lvl4pPr marL="3970358" indent="-773776" defTabSz="2016045">
              <a:spcBef>
                <a:spcPts val="2147"/>
              </a:spcBef>
              <a:defRPr sz="6093"/>
            </a:lvl4pPr>
            <a:lvl5pPr marL="5035886" indent="-773776" defTabSz="2016045">
              <a:spcBef>
                <a:spcPts val="2147"/>
              </a:spcBef>
              <a:defRPr sz="6093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itle Text"/>
          <p:cNvSpPr txBox="1">
            <a:spLocks noGrp="1"/>
          </p:cNvSpPr>
          <p:nvPr>
            <p:ph type="title"/>
          </p:nvPr>
        </p:nvSpPr>
        <p:spPr>
          <a:xfrm>
            <a:off x="15302658" y="4080555"/>
            <a:ext cx="4610845" cy="6599512"/>
          </a:xfrm>
          <a:prstGeom prst="rect">
            <a:avLst/>
          </a:prstGeom>
        </p:spPr>
        <p:txBody>
          <a:bodyPr>
            <a:normAutofit/>
          </a:bodyPr>
          <a:lstStyle>
            <a:lvl1pPr defTabSz="2016045">
              <a:defRPr sz="9588"/>
            </a:lvl1pPr>
          </a:lstStyle>
          <a:p>
            <a:r>
              <a:t>Title Text</a:t>
            </a:r>
          </a:p>
        </p:txBody>
      </p:sp>
      <p:sp>
        <p:nvSpPr>
          <p:cNvPr id="32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470125" y="4080555"/>
            <a:ext cx="13565238" cy="6599512"/>
          </a:xfrm>
          <a:prstGeom prst="rect">
            <a:avLst/>
          </a:prstGeom>
        </p:spPr>
        <p:txBody>
          <a:bodyPr>
            <a:normAutofit/>
          </a:bodyPr>
          <a:lstStyle>
            <a:lvl1pPr marL="499978" indent="-499978" defTabSz="2016045">
              <a:spcBef>
                <a:spcPts val="2147"/>
              </a:spcBef>
              <a:defRPr sz="6093"/>
            </a:lvl1pPr>
            <a:lvl2pPr marL="1645860" indent="-580332" defTabSz="2016045">
              <a:spcBef>
                <a:spcPts val="2147"/>
              </a:spcBef>
              <a:defRPr sz="6093"/>
            </a:lvl2pPr>
            <a:lvl3pPr marL="2829949" indent="-698894" defTabSz="2016045">
              <a:spcBef>
                <a:spcPts val="2147"/>
              </a:spcBef>
              <a:defRPr sz="6093"/>
            </a:lvl3pPr>
            <a:lvl4pPr marL="3970358" indent="-773776" defTabSz="2016045">
              <a:spcBef>
                <a:spcPts val="2147"/>
              </a:spcBef>
              <a:defRPr sz="6093"/>
            </a:lvl4pPr>
            <a:lvl5pPr marL="5035886" indent="-773776" defTabSz="2016045">
              <a:spcBef>
                <a:spcPts val="2147"/>
              </a:spcBef>
              <a:defRPr sz="6093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478984" y="10868749"/>
            <a:ext cx="434518" cy="444650"/>
          </a:xfrm>
          <a:prstGeom prst="rect">
            <a:avLst/>
          </a:prstGeom>
        </p:spPr>
        <p:txBody>
          <a:bodyPr/>
          <a:lstStyle>
            <a:lvl1pPr>
              <a:defRPr sz="2597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069182" y="3770499"/>
            <a:ext cx="19245263" cy="171252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277" tIns="22277" rIns="22277" bIns="22277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069182" y="5483020"/>
            <a:ext cx="19245263" cy="5970386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277" tIns="22277" rIns="22277" bIns="22277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5196587" y="10819017"/>
            <a:ext cx="128345" cy="129499"/>
          </a:xfrm>
          <a:prstGeom prst="rect">
            <a:avLst/>
          </a:prstGeom>
          <a:ln w="3175">
            <a:miter lim="400000"/>
          </a:ln>
        </p:spPr>
        <p:txBody>
          <a:bodyPr wrap="none" lIns="22277" tIns="22277" rIns="22277" bIns="22277" anchor="ctr">
            <a:spAutoFit/>
          </a:bodyPr>
          <a:lstStyle>
            <a:lvl1pPr algn="r">
              <a:defRPr sz="549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4" r:id="rId35"/>
    <p:sldLayoutId id="2147483685" r:id="rId36"/>
    <p:sldLayoutId id="2147483687" r:id="rId37"/>
    <p:sldLayoutId id="2147483688" r:id="rId38"/>
  </p:sldLayoutIdLst>
  <p:transition spd="med"/>
  <p:txStyles>
    <p:titleStyle>
      <a:lvl1pPr marL="0" marR="0" indent="0" algn="l" defTabSz="35999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98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35999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98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35999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98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35999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98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35999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98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35999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98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35999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98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35999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98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359991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98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82723" marR="0" indent="-82723" algn="l" defTabSz="359991" rtl="0" latinLnBrk="0">
        <a:lnSpc>
          <a:spcPct val="90000"/>
        </a:lnSpc>
        <a:spcBef>
          <a:spcPts val="350"/>
        </a:spcBef>
        <a:spcAft>
          <a:spcPts val="0"/>
        </a:spcAft>
        <a:buClrTx/>
        <a:buSzPct val="100000"/>
        <a:buFont typeface="Arial"/>
        <a:buChar char="•"/>
        <a:tabLst/>
        <a:defRPr sz="999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285395" marR="0" indent="-95132" algn="l" defTabSz="359991" rtl="0" latinLnBrk="0">
        <a:lnSpc>
          <a:spcPct val="90000"/>
        </a:lnSpc>
        <a:spcBef>
          <a:spcPts val="350"/>
        </a:spcBef>
        <a:spcAft>
          <a:spcPts val="0"/>
        </a:spcAft>
        <a:buClrTx/>
        <a:buSzPct val="100000"/>
        <a:buFont typeface="Arial"/>
        <a:buChar char="•"/>
        <a:tabLst/>
        <a:defRPr sz="999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499442" marR="0" indent="-118915" algn="l" defTabSz="359991" rtl="0" latinLnBrk="0">
        <a:lnSpc>
          <a:spcPct val="90000"/>
        </a:lnSpc>
        <a:spcBef>
          <a:spcPts val="350"/>
        </a:spcBef>
        <a:spcAft>
          <a:spcPts val="0"/>
        </a:spcAft>
        <a:buClrTx/>
        <a:buSzPct val="100000"/>
        <a:buFont typeface="Arial"/>
        <a:buChar char="•"/>
        <a:tabLst/>
        <a:defRPr sz="999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697634" marR="0" indent="-126842" algn="l" defTabSz="359991" rtl="0" latinLnBrk="0">
        <a:lnSpc>
          <a:spcPct val="90000"/>
        </a:lnSpc>
        <a:spcBef>
          <a:spcPts val="350"/>
        </a:spcBef>
        <a:spcAft>
          <a:spcPts val="0"/>
        </a:spcAft>
        <a:buClrTx/>
        <a:buSzPct val="100000"/>
        <a:buFont typeface="Arial"/>
        <a:buChar char="•"/>
        <a:tabLst/>
        <a:defRPr sz="999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887897" marR="0" indent="-126842" algn="l" defTabSz="359991" rtl="0" latinLnBrk="0">
        <a:lnSpc>
          <a:spcPct val="90000"/>
        </a:lnSpc>
        <a:spcBef>
          <a:spcPts val="350"/>
        </a:spcBef>
        <a:spcAft>
          <a:spcPts val="0"/>
        </a:spcAft>
        <a:buClrTx/>
        <a:buSzPct val="100000"/>
        <a:buFont typeface="Arial"/>
        <a:buChar char="•"/>
        <a:tabLst/>
        <a:defRPr sz="999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1078161" marR="0" indent="-126842" algn="l" defTabSz="359991" rtl="0" latinLnBrk="0">
        <a:lnSpc>
          <a:spcPct val="90000"/>
        </a:lnSpc>
        <a:spcBef>
          <a:spcPts val="350"/>
        </a:spcBef>
        <a:spcAft>
          <a:spcPts val="0"/>
        </a:spcAft>
        <a:buClrTx/>
        <a:buSzPct val="100000"/>
        <a:buFont typeface="Arial"/>
        <a:buChar char="•"/>
        <a:tabLst/>
        <a:defRPr sz="999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1268425" marR="0" indent="-126842" algn="l" defTabSz="359991" rtl="0" latinLnBrk="0">
        <a:lnSpc>
          <a:spcPct val="90000"/>
        </a:lnSpc>
        <a:spcBef>
          <a:spcPts val="350"/>
        </a:spcBef>
        <a:spcAft>
          <a:spcPts val="0"/>
        </a:spcAft>
        <a:buClrTx/>
        <a:buSzPct val="100000"/>
        <a:buFont typeface="Arial"/>
        <a:buChar char="•"/>
        <a:tabLst/>
        <a:defRPr sz="999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1458689" marR="0" indent="-126842" algn="l" defTabSz="359991" rtl="0" latinLnBrk="0">
        <a:lnSpc>
          <a:spcPct val="90000"/>
        </a:lnSpc>
        <a:spcBef>
          <a:spcPts val="350"/>
        </a:spcBef>
        <a:spcAft>
          <a:spcPts val="0"/>
        </a:spcAft>
        <a:buClrTx/>
        <a:buSzPct val="100000"/>
        <a:buFont typeface="Arial"/>
        <a:buChar char="•"/>
        <a:tabLst/>
        <a:defRPr sz="999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1648952" marR="0" indent="-126842" algn="l" defTabSz="359991" rtl="0" latinLnBrk="0">
        <a:lnSpc>
          <a:spcPct val="90000"/>
        </a:lnSpc>
        <a:spcBef>
          <a:spcPts val="350"/>
        </a:spcBef>
        <a:spcAft>
          <a:spcPts val="0"/>
        </a:spcAft>
        <a:buClrTx/>
        <a:buSzPct val="100000"/>
        <a:buFont typeface="Arial"/>
        <a:buChar char="•"/>
        <a:tabLst/>
        <a:defRPr sz="999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172103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9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909608" algn="r" defTabSz="172103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9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1819215" algn="r" defTabSz="172103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9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2728823" algn="r" defTabSz="172103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9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3638431" algn="r" defTabSz="172103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9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4548039" algn="r" defTabSz="172103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9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5457647" algn="r" defTabSz="172103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9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6367255" algn="r" defTabSz="172103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9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7276863" algn="r" defTabSz="172103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9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21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Rectangle 3"/>
          <p:cNvSpPr/>
          <p:nvPr/>
        </p:nvSpPr>
        <p:spPr>
          <a:xfrm>
            <a:off x="1260390" y="4201298"/>
            <a:ext cx="19251826" cy="9341708"/>
          </a:xfrm>
          <a:prstGeom prst="rect">
            <a:avLst/>
          </a:prstGeom>
          <a:solidFill>
            <a:srgbClr val="942192"/>
          </a:solidFill>
          <a:ln w="12700">
            <a:miter lim="400000"/>
          </a:ln>
        </p:spPr>
        <p:txBody>
          <a:bodyPr lIns="11124" tIns="11124" rIns="11124" bIns="11124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lang="en-GB" sz="4400" b="1" dirty="0"/>
              <a:t>Instructions</a:t>
            </a:r>
            <a:endParaRPr lang="en-GB" sz="3296" dirty="0"/>
          </a:p>
          <a:p>
            <a:pPr algn="ctr">
              <a:defRPr>
                <a:solidFill>
                  <a:srgbClr val="FFFFFF"/>
                </a:solidFill>
              </a:defRPr>
            </a:pPr>
            <a:endParaRPr lang="en-GB" sz="3296" b="1" dirty="0"/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 lang="en-GB" sz="3600" dirty="0">
                <a:latin typeface="Calibri" panose="020F0502020204030204" pitchFamily="34" charset="0"/>
                <a:cs typeface="Calibri" panose="020F0502020204030204" pitchFamily="34" charset="0"/>
              </a:rPr>
              <a:t>Look at the template in Slide 3.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endParaRPr lang="en-GB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 lang="en-GB" sz="3600" dirty="0">
                <a:latin typeface="Calibri" panose="020F0502020204030204" pitchFamily="34" charset="0"/>
                <a:cs typeface="Calibri" panose="020F0502020204030204" pitchFamily="34" charset="0"/>
              </a:rPr>
              <a:t>This is a starting point, and you are welcome to customise it as much as you would like. 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endParaRPr lang="en-GB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 lang="en-GB" sz="3600" dirty="0">
                <a:latin typeface="Calibri" panose="020F0502020204030204" pitchFamily="34" charset="0"/>
                <a:cs typeface="Calibri" panose="020F0502020204030204" pitchFamily="34" charset="0"/>
              </a:rPr>
              <a:t>Note: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endParaRPr lang="en-GB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 lang="en-GB" sz="3600" dirty="0">
                <a:latin typeface="Calibri" panose="020F0502020204030204" pitchFamily="34" charset="0"/>
                <a:cs typeface="Calibri" panose="020F0502020204030204" pitchFamily="34" charset="0"/>
              </a:rPr>
              <a:t>Retain A2 landscape sizing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 lang="en-GB" sz="3600" dirty="0">
                <a:latin typeface="Calibri" panose="020F0502020204030204" pitchFamily="34" charset="0"/>
                <a:cs typeface="Calibri" panose="020F0502020204030204" pitchFamily="34" charset="0"/>
              </a:rPr>
              <a:t>Retain the section titles (as a minimum – feel free to add to this)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 lang="en-GB" sz="3600" dirty="0">
                <a:latin typeface="Calibri" panose="020F0502020204030204" pitchFamily="34" charset="0"/>
                <a:cs typeface="Calibri" panose="020F0502020204030204" pitchFamily="34" charset="0"/>
              </a:rPr>
              <a:t>Retain the header/footer provided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 lang="en-GB" sz="3600" dirty="0">
                <a:latin typeface="Calibri" panose="020F0502020204030204" pitchFamily="34" charset="0"/>
                <a:cs typeface="Calibri" panose="020F0502020204030204" pitchFamily="34" charset="0"/>
              </a:rPr>
              <a:t>Copy your course title directly from Slide 2 into the bottom of Slide 3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endParaRPr lang="en-GB" sz="3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 lang="en-GB" sz="3600" dirty="0">
                <a:latin typeface="Calibri" panose="020F0502020204030204" pitchFamily="34" charset="0"/>
                <a:cs typeface="Calibri" panose="020F0502020204030204" pitchFamily="34" charset="0"/>
              </a:rPr>
              <a:t>When you are done, delete everything other than Slide 3, and save as PDF for submission.</a:t>
            </a:r>
          </a:p>
        </p:txBody>
      </p:sp>
      <p:sp>
        <p:nvSpPr>
          <p:cNvPr id="360" name="Title 1"/>
          <p:cNvSpPr txBox="1">
            <a:spLocks noGrp="1"/>
          </p:cNvSpPr>
          <p:nvPr>
            <p:ph type="title"/>
          </p:nvPr>
        </p:nvSpPr>
        <p:spPr>
          <a:xfrm>
            <a:off x="3667543" y="567725"/>
            <a:ext cx="14901810" cy="2711189"/>
          </a:xfrm>
          <a:prstGeom prst="rect">
            <a:avLst/>
          </a:prstGeom>
        </p:spPr>
        <p:txBody>
          <a:bodyPr>
            <a:noAutofit/>
          </a:bodyPr>
          <a:lstStyle>
            <a:lvl1pPr defTabSz="3471764">
              <a:defRPr sz="28380" b="1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GB" sz="8889" dirty="0"/>
              <a:t>Final Year Projects </a:t>
            </a:r>
            <a:br>
              <a:rPr lang="en-GB" sz="8889" dirty="0"/>
            </a:br>
            <a:r>
              <a:rPr sz="8889" dirty="0"/>
              <a:t>Poster</a:t>
            </a:r>
            <a:r>
              <a:rPr lang="en-GB" sz="8889" dirty="0"/>
              <a:t> Template</a:t>
            </a:r>
            <a:endParaRPr sz="8889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819A9-C3C3-F1E8-B7D4-B4312232A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556" y="759842"/>
            <a:ext cx="18443378" cy="1505216"/>
          </a:xfrm>
        </p:spPr>
        <p:txBody>
          <a:bodyPr>
            <a:normAutofit/>
          </a:bodyPr>
          <a:lstStyle/>
          <a:p>
            <a:r>
              <a:rPr lang="en-US" dirty="0"/>
              <a:t>Course Titles </a:t>
            </a:r>
            <a:r>
              <a:rPr lang="en-US" sz="4800" dirty="0"/>
              <a:t>(copy yours into the next slide)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9E14F-0B55-6773-0251-5197E94C281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1667099" y="4722413"/>
            <a:ext cx="9350527" cy="8867341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n-GB" sz="4000" i="1" dirty="0"/>
              <a:t>MSc Information Technology </a:t>
            </a:r>
          </a:p>
          <a:p>
            <a:pPr marL="0" indent="0" algn="r">
              <a:buNone/>
            </a:pPr>
            <a:r>
              <a:rPr lang="en-GB" sz="4000" i="1" dirty="0"/>
              <a:t>MSc IT for the Energy Industry</a:t>
            </a:r>
          </a:p>
          <a:p>
            <a:pPr marL="0" indent="0" algn="r">
              <a:buNone/>
            </a:pPr>
            <a:r>
              <a:rPr lang="en-GB" sz="4000" i="1" dirty="0"/>
              <a:t>MSc IT with Cyber Security</a:t>
            </a:r>
          </a:p>
          <a:p>
            <a:pPr marL="0" indent="0" algn="r">
              <a:buNone/>
            </a:pPr>
            <a:r>
              <a:rPr lang="en-GB" sz="4000" i="1" dirty="0"/>
              <a:t>MSc IT with Business Intelligence</a:t>
            </a:r>
          </a:p>
          <a:p>
            <a:pPr marL="0" indent="0" algn="r">
              <a:buNone/>
            </a:pPr>
            <a:r>
              <a:rPr lang="en-GB" sz="4000" i="1" dirty="0"/>
              <a:t>MSc Cyber Security</a:t>
            </a:r>
          </a:p>
          <a:p>
            <a:pPr marL="0" indent="0" algn="r">
              <a:buNone/>
            </a:pPr>
            <a:r>
              <a:rPr lang="en-GB" sz="4000" i="1" dirty="0"/>
              <a:t>MSc Data Science</a:t>
            </a:r>
          </a:p>
          <a:p>
            <a:pPr marL="0" indent="0" algn="r">
              <a:buNone/>
            </a:pPr>
            <a:r>
              <a:rPr lang="en-GB" sz="4000" i="1" dirty="0"/>
              <a:t>MSc Oil and Gas Engineering</a:t>
            </a:r>
          </a:p>
          <a:p>
            <a:pPr marL="0" indent="0" algn="r">
              <a:buNone/>
            </a:pPr>
            <a:r>
              <a:rPr lang="en-GB" sz="4000" i="1" dirty="0"/>
              <a:t>MSc Engineering Management</a:t>
            </a:r>
          </a:p>
          <a:p>
            <a:pPr marL="0" indent="0" algn="r">
              <a:buNone/>
            </a:pPr>
            <a:r>
              <a:rPr lang="en-GB" sz="4000" i="1" dirty="0"/>
              <a:t>MSc Biomedical Technology</a:t>
            </a:r>
          </a:p>
          <a:p>
            <a:pPr marL="0" indent="0" algn="r">
              <a:buNone/>
            </a:pPr>
            <a:r>
              <a:rPr lang="en-GB" sz="4000" i="1" dirty="0"/>
              <a:t>MSc Business Analytics</a:t>
            </a:r>
          </a:p>
        </p:txBody>
      </p:sp>
    </p:spTree>
    <p:extLst>
      <p:ext uri="{BB962C8B-B14F-4D97-AF65-F5344CB8AC3E}">
        <p14:creationId xmlns:p14="http://schemas.microsoft.com/office/powerpoint/2010/main" val="71231845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4" name="Rectangle 4"/>
          <p:cNvGrpSpPr/>
          <p:nvPr/>
        </p:nvGrpSpPr>
        <p:grpSpPr>
          <a:xfrm>
            <a:off x="493687" y="2568044"/>
            <a:ext cx="6480000" cy="329839"/>
            <a:chOff x="0" y="-45232"/>
            <a:chExt cx="6364677" cy="660674"/>
          </a:xfrm>
        </p:grpSpPr>
        <p:sp>
          <p:nvSpPr>
            <p:cNvPr id="362" name="Rectangle"/>
            <p:cNvSpPr/>
            <p:nvPr/>
          </p:nvSpPr>
          <p:spPr>
            <a:xfrm>
              <a:off x="0" y="-1"/>
              <a:ext cx="6364677" cy="570210"/>
            </a:xfrm>
            <a:prstGeom prst="rect">
              <a:avLst/>
            </a:prstGeom>
            <a:solidFill>
              <a:srgbClr val="942192"/>
            </a:solidFill>
            <a:ln w="12700" cap="flat">
              <a:noFill/>
              <a:miter lim="400000"/>
            </a:ln>
            <a:effectLst/>
          </p:spPr>
          <p:txBody>
            <a:bodyPr wrap="square" lIns="11124" tIns="11124" rIns="11124" bIns="11124" numCol="1" anchor="ctr">
              <a:noAutofit/>
            </a:bodyPr>
            <a:lstStyle/>
            <a:p>
              <a:pPr algn="ctr">
                <a:defRPr sz="4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z="2297"/>
            </a:p>
          </p:txBody>
        </p:sp>
        <p:sp>
          <p:nvSpPr>
            <p:cNvPr id="363" name="Introduction"/>
            <p:cNvSpPr txBox="1"/>
            <p:nvPr/>
          </p:nvSpPr>
          <p:spPr>
            <a:xfrm>
              <a:off x="0" y="-45232"/>
              <a:ext cx="6364677" cy="660674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1124" tIns="11124" rIns="11124" bIns="11124" numCol="1" anchor="ctr">
              <a:spAutoFit/>
            </a:bodyPr>
            <a:lstStyle>
              <a:lvl1pPr algn="ctr">
                <a:defRPr sz="40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en-GB" sz="1998" dirty="0"/>
                <a:t>Aims &amp; Objectives</a:t>
              </a:r>
              <a:endParaRPr sz="1998" dirty="0"/>
            </a:p>
          </p:txBody>
        </p:sp>
      </p:grpSp>
      <p:grpSp>
        <p:nvGrpSpPr>
          <p:cNvPr id="367" name="Rectangle 7"/>
          <p:cNvGrpSpPr/>
          <p:nvPr/>
        </p:nvGrpSpPr>
        <p:grpSpPr>
          <a:xfrm>
            <a:off x="493687" y="7746239"/>
            <a:ext cx="6480000" cy="329922"/>
            <a:chOff x="0" y="-45232"/>
            <a:chExt cx="6364677" cy="660674"/>
          </a:xfrm>
        </p:grpSpPr>
        <p:sp>
          <p:nvSpPr>
            <p:cNvPr id="365" name="Rectangle"/>
            <p:cNvSpPr/>
            <p:nvPr/>
          </p:nvSpPr>
          <p:spPr>
            <a:xfrm>
              <a:off x="0" y="-1"/>
              <a:ext cx="6364677" cy="570210"/>
            </a:xfrm>
            <a:prstGeom prst="rect">
              <a:avLst/>
            </a:prstGeom>
            <a:solidFill>
              <a:srgbClr val="942192"/>
            </a:solidFill>
            <a:ln w="12700" cap="flat">
              <a:noFill/>
              <a:miter lim="400000"/>
            </a:ln>
            <a:effectLst/>
          </p:spPr>
          <p:txBody>
            <a:bodyPr wrap="square" lIns="11124" tIns="11124" rIns="11124" bIns="11124" numCol="1" anchor="ctr">
              <a:noAutofit/>
            </a:bodyPr>
            <a:lstStyle/>
            <a:p>
              <a:pPr algn="ctr">
                <a:defRPr sz="4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z="2297"/>
            </a:p>
          </p:txBody>
        </p:sp>
        <p:sp>
          <p:nvSpPr>
            <p:cNvPr id="366" name="Project Aim"/>
            <p:cNvSpPr txBox="1"/>
            <p:nvPr/>
          </p:nvSpPr>
          <p:spPr>
            <a:xfrm>
              <a:off x="0" y="-45232"/>
              <a:ext cx="6364677" cy="660674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1124" tIns="11124" rIns="11124" bIns="11124" numCol="1" anchor="ctr">
              <a:spAutoFit/>
            </a:bodyPr>
            <a:lstStyle>
              <a:lvl1pPr algn="ctr">
                <a:defRPr sz="40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en-GB" sz="1998" dirty="0"/>
                <a:t>Methods</a:t>
              </a:r>
              <a:endParaRPr sz="1998" dirty="0"/>
            </a:p>
          </p:txBody>
        </p:sp>
      </p:grpSp>
      <p:grpSp>
        <p:nvGrpSpPr>
          <p:cNvPr id="373" name="Rectangle 13"/>
          <p:cNvGrpSpPr/>
          <p:nvPr/>
        </p:nvGrpSpPr>
        <p:grpSpPr>
          <a:xfrm>
            <a:off x="7451812" y="2567977"/>
            <a:ext cx="6480000" cy="327600"/>
            <a:chOff x="0" y="-45232"/>
            <a:chExt cx="6364677" cy="660674"/>
          </a:xfrm>
        </p:grpSpPr>
        <p:sp>
          <p:nvSpPr>
            <p:cNvPr id="371" name="Rectangle"/>
            <p:cNvSpPr/>
            <p:nvPr/>
          </p:nvSpPr>
          <p:spPr>
            <a:xfrm>
              <a:off x="0" y="-1"/>
              <a:ext cx="6364677" cy="570210"/>
            </a:xfrm>
            <a:prstGeom prst="rect">
              <a:avLst/>
            </a:prstGeom>
            <a:solidFill>
              <a:srgbClr val="942192"/>
            </a:solidFill>
            <a:ln w="12700" cap="flat">
              <a:noFill/>
              <a:miter lim="400000"/>
            </a:ln>
            <a:effectLst/>
          </p:spPr>
          <p:txBody>
            <a:bodyPr wrap="square" lIns="11124" tIns="11124" rIns="11124" bIns="11124" numCol="1" anchor="ctr">
              <a:noAutofit/>
            </a:bodyPr>
            <a:lstStyle/>
            <a:p>
              <a:pPr algn="ctr">
                <a:defRPr sz="4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pPr>
              <a:endParaRPr sz="2297"/>
            </a:p>
          </p:txBody>
        </p:sp>
        <p:sp>
          <p:nvSpPr>
            <p:cNvPr id="372" name="Figures and Results"/>
            <p:cNvSpPr txBox="1"/>
            <p:nvPr/>
          </p:nvSpPr>
          <p:spPr>
            <a:xfrm>
              <a:off x="0" y="-45232"/>
              <a:ext cx="6364677" cy="660674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1124" tIns="11124" rIns="11124" bIns="11124" numCol="1" anchor="ctr">
              <a:spAutoFit/>
            </a:bodyPr>
            <a:lstStyle>
              <a:lvl1pPr algn="ctr">
                <a:defRPr sz="40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lang="en-GB" sz="1998" dirty="0"/>
                <a:t>Ongoing Work</a:t>
              </a:r>
              <a:endParaRPr sz="1998" dirty="0"/>
            </a:p>
          </p:txBody>
        </p:sp>
      </p:grpSp>
      <p:grpSp>
        <p:nvGrpSpPr>
          <p:cNvPr id="376" name="Rectangle 16"/>
          <p:cNvGrpSpPr/>
          <p:nvPr/>
        </p:nvGrpSpPr>
        <p:grpSpPr>
          <a:xfrm>
            <a:off x="14387809" y="2543746"/>
            <a:ext cx="6480000" cy="327600"/>
            <a:chOff x="0" y="-45232"/>
            <a:chExt cx="6364678" cy="660674"/>
          </a:xfrm>
        </p:grpSpPr>
        <p:sp>
          <p:nvSpPr>
            <p:cNvPr id="374" name="Rectangle"/>
            <p:cNvSpPr/>
            <p:nvPr/>
          </p:nvSpPr>
          <p:spPr>
            <a:xfrm>
              <a:off x="0" y="-1"/>
              <a:ext cx="6364678" cy="570210"/>
            </a:xfrm>
            <a:prstGeom prst="rect">
              <a:avLst/>
            </a:prstGeom>
            <a:solidFill>
              <a:srgbClr val="942192"/>
            </a:solidFill>
            <a:ln w="12700" cap="flat">
              <a:noFill/>
              <a:miter lim="400000"/>
            </a:ln>
            <a:effectLst/>
          </p:spPr>
          <p:txBody>
            <a:bodyPr wrap="square" lIns="11124" tIns="11124" rIns="11124" bIns="11124" numCol="1" anchor="ctr">
              <a:noAutofit/>
            </a:bodyPr>
            <a:lstStyle/>
            <a:p>
              <a:pPr algn="ctr">
                <a:defRPr sz="4600"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Helvetica"/>
                </a:defRPr>
              </a:pPr>
              <a:endParaRPr sz="2297"/>
            </a:p>
          </p:txBody>
        </p:sp>
        <p:sp>
          <p:nvSpPr>
            <p:cNvPr id="375" name="Conclusion"/>
            <p:cNvSpPr txBox="1"/>
            <p:nvPr/>
          </p:nvSpPr>
          <p:spPr>
            <a:xfrm>
              <a:off x="0" y="-45232"/>
              <a:ext cx="6364678" cy="660674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1124" tIns="11124" rIns="11124" bIns="11124" numCol="1" anchor="ctr">
              <a:spAutoFit/>
            </a:bodyPr>
            <a:lstStyle>
              <a:lvl1pPr algn="ctr">
                <a:defRPr sz="4000" b="1"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Helvetica"/>
                </a:defRPr>
              </a:lvl1pPr>
            </a:lstStyle>
            <a:p>
              <a:r>
                <a:rPr lang="en-GB" sz="1998" dirty="0"/>
                <a:t>Predicted Outcomes</a:t>
              </a:r>
              <a:endParaRPr sz="1998" dirty="0"/>
            </a:p>
          </p:txBody>
        </p:sp>
      </p:grpSp>
      <p:sp>
        <p:nvSpPr>
          <p:cNvPr id="380" name="TextBox 20"/>
          <p:cNvSpPr txBox="1"/>
          <p:nvPr/>
        </p:nvSpPr>
        <p:spPr>
          <a:xfrm>
            <a:off x="14409935" y="9942938"/>
            <a:ext cx="6480000" cy="3962005"/>
          </a:xfrm>
          <a:prstGeom prst="rect">
            <a:avLst/>
          </a:prstGeom>
          <a:solidFill>
            <a:srgbClr val="FFFFFF">
              <a:alpha val="80067"/>
            </a:srgbClr>
          </a:solidFill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1124" tIns="11124" rIns="11124" bIns="11124">
            <a:spAutoFit/>
          </a:bodyPr>
          <a:lstStyle>
            <a:lvl1pPr>
              <a:defRPr sz="2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just"/>
            <a:r>
              <a:rPr sz="1600" dirty="0" err="1"/>
              <a:t>Vitam</a:t>
            </a:r>
            <a:r>
              <a:rPr sz="1600" dirty="0"/>
              <a:t> </a:t>
            </a:r>
            <a:r>
              <a:rPr sz="1600" dirty="0" err="1"/>
              <a:t>voloria</a:t>
            </a:r>
            <a:r>
              <a:rPr sz="1600" dirty="0"/>
              <a:t> con et, cum </a:t>
            </a:r>
            <a:r>
              <a:rPr sz="1600" dirty="0" err="1"/>
              <a:t>laboreium</a:t>
            </a:r>
            <a:r>
              <a:rPr sz="1600" dirty="0"/>
              <a:t>, </a:t>
            </a:r>
            <a:r>
              <a:rPr sz="1600" dirty="0" err="1"/>
              <a:t>nam</a:t>
            </a:r>
            <a:r>
              <a:rPr sz="1600" dirty="0"/>
              <a:t> cum, quat </a:t>
            </a:r>
            <a:r>
              <a:rPr sz="1600" dirty="0" err="1"/>
              <a:t>paris</a:t>
            </a:r>
            <a:r>
              <a:rPr sz="1600" dirty="0"/>
              <a:t> as core </a:t>
            </a:r>
            <a:r>
              <a:rPr sz="1600" dirty="0" err="1"/>
              <a:t>volorest</a:t>
            </a:r>
            <a:r>
              <a:rPr sz="1600" dirty="0"/>
              <a:t>, </a:t>
            </a:r>
            <a:r>
              <a:rPr sz="1600" dirty="0" err="1"/>
              <a:t>sust</a:t>
            </a:r>
            <a:r>
              <a:rPr sz="1600" dirty="0"/>
              <a:t> </a:t>
            </a:r>
            <a:r>
              <a:rPr sz="1600" dirty="0" err="1"/>
              <a:t>exceatur</a:t>
            </a:r>
            <a:r>
              <a:rPr sz="1600" dirty="0"/>
              <a:t> </a:t>
            </a:r>
            <a:r>
              <a:rPr sz="1600" dirty="0" err="1"/>
              <a:t>antio</a:t>
            </a:r>
            <a:r>
              <a:rPr sz="1600" dirty="0"/>
              <a:t> </a:t>
            </a:r>
            <a:r>
              <a:rPr sz="1600" dirty="0" err="1"/>
              <a:t>ea</a:t>
            </a:r>
            <a:r>
              <a:rPr sz="1600" dirty="0"/>
              <a:t> </a:t>
            </a:r>
            <a:r>
              <a:rPr sz="1600" dirty="0" err="1"/>
              <a:t>voluptas</a:t>
            </a:r>
            <a:r>
              <a:rPr sz="1600" dirty="0"/>
              <a:t> </a:t>
            </a:r>
            <a:r>
              <a:rPr sz="1600" dirty="0" err="1"/>
              <a:t>eumquatendit</a:t>
            </a:r>
            <a:r>
              <a:rPr sz="1600" dirty="0"/>
              <a:t> </a:t>
            </a:r>
            <a:r>
              <a:rPr sz="1600" dirty="0" err="1"/>
              <a:t>quas</a:t>
            </a:r>
            <a:r>
              <a:rPr sz="1600" dirty="0"/>
              <a:t> </a:t>
            </a:r>
            <a:r>
              <a:rPr sz="1600" dirty="0" err="1"/>
              <a:t>doluptatet</a:t>
            </a:r>
            <a:r>
              <a:rPr sz="1600" dirty="0"/>
              <a:t> </a:t>
            </a:r>
            <a:r>
              <a:rPr sz="1600" dirty="0" err="1"/>
              <a:t>aut</a:t>
            </a:r>
            <a:r>
              <a:rPr sz="1600" dirty="0"/>
              <a:t> </a:t>
            </a:r>
            <a:r>
              <a:rPr sz="1600" dirty="0" err="1"/>
              <a:t>landignam</a:t>
            </a:r>
            <a:r>
              <a:rPr sz="1600" dirty="0"/>
              <a:t> que </a:t>
            </a:r>
            <a:r>
              <a:rPr sz="1600" dirty="0" err="1"/>
              <a:t>lantur</a:t>
            </a:r>
            <a:r>
              <a:rPr sz="1600" dirty="0"/>
              <a:t> </a:t>
            </a:r>
            <a:r>
              <a:rPr sz="1600" dirty="0" err="1"/>
              <a:t>sania</a:t>
            </a:r>
            <a:r>
              <a:rPr sz="1600" dirty="0"/>
              <a:t> dem </a:t>
            </a:r>
            <a:r>
              <a:rPr sz="1600" dirty="0" err="1"/>
              <a:t>escidit</a:t>
            </a:r>
            <a:r>
              <a:rPr sz="1600" dirty="0"/>
              <a:t> min </a:t>
            </a:r>
            <a:r>
              <a:rPr sz="1600" dirty="0" err="1"/>
              <a:t>reruptiaero</a:t>
            </a:r>
            <a:r>
              <a:rPr sz="1600" dirty="0"/>
              <a:t> </a:t>
            </a:r>
            <a:r>
              <a:rPr sz="1600" dirty="0" err="1"/>
              <a:t>velis</a:t>
            </a:r>
            <a:r>
              <a:rPr sz="1600" dirty="0"/>
              <a:t> maximus </a:t>
            </a:r>
            <a:r>
              <a:rPr sz="1600" dirty="0" err="1"/>
              <a:t>aut</a:t>
            </a:r>
            <a:r>
              <a:rPr sz="1600" dirty="0"/>
              <a:t> que pe </a:t>
            </a:r>
            <a:r>
              <a:rPr sz="1600" dirty="0" err="1"/>
              <a:t>aliquas</a:t>
            </a:r>
            <a:r>
              <a:rPr sz="1600" dirty="0"/>
              <a:t> </a:t>
            </a:r>
            <a:r>
              <a:rPr sz="1600" dirty="0" err="1"/>
              <a:t>sequidisit</a:t>
            </a:r>
            <a:r>
              <a:rPr sz="1600" dirty="0"/>
              <a:t>, </a:t>
            </a:r>
            <a:r>
              <a:rPr sz="1600" dirty="0" err="1"/>
              <a:t>omnient</a:t>
            </a:r>
            <a:r>
              <a:rPr sz="1600" dirty="0"/>
              <a:t> hit lam </a:t>
            </a:r>
            <a:r>
              <a:rPr sz="1600" dirty="0" err="1"/>
              <a:t>eicias</a:t>
            </a:r>
            <a:r>
              <a:rPr sz="1600" dirty="0"/>
              <a:t> </a:t>
            </a:r>
            <a:r>
              <a:rPr sz="1600" dirty="0" err="1"/>
              <a:t>modio</a:t>
            </a:r>
            <a:r>
              <a:rPr sz="1600" dirty="0"/>
              <a:t> con nisin </a:t>
            </a:r>
            <a:r>
              <a:rPr sz="1600" dirty="0" err="1"/>
              <a:t>pediam</a:t>
            </a:r>
            <a:r>
              <a:rPr sz="1600" dirty="0"/>
              <a:t>, </a:t>
            </a:r>
            <a:r>
              <a:rPr sz="1600" dirty="0" err="1"/>
              <a:t>ent</a:t>
            </a:r>
            <a:r>
              <a:rPr sz="1600" dirty="0"/>
              <a:t>, </a:t>
            </a:r>
            <a:r>
              <a:rPr sz="1600" dirty="0" err="1"/>
              <a:t>cust</a:t>
            </a:r>
            <a:r>
              <a:rPr sz="1600" dirty="0"/>
              <a:t> </a:t>
            </a:r>
            <a:r>
              <a:rPr sz="1600" dirty="0" err="1"/>
              <a:t>accaborit</a:t>
            </a:r>
            <a:r>
              <a:rPr sz="1600" dirty="0"/>
              <a:t> </a:t>
            </a:r>
            <a:r>
              <a:rPr sz="1600" dirty="0" err="1"/>
              <a:t>odio</a:t>
            </a:r>
            <a:r>
              <a:rPr sz="1600" dirty="0"/>
              <a:t> </a:t>
            </a:r>
            <a:r>
              <a:rPr sz="1600" dirty="0" err="1"/>
              <a:t>corehen</a:t>
            </a:r>
            <a:r>
              <a:rPr sz="1600" dirty="0"/>
              <a:t> </a:t>
            </a:r>
            <a:r>
              <a:rPr sz="1600" dirty="0" err="1"/>
              <a:t>dendae</a:t>
            </a:r>
            <a:r>
              <a:rPr sz="1600" dirty="0"/>
              <a:t> nonet </a:t>
            </a:r>
            <a:r>
              <a:rPr sz="1600" dirty="0" err="1"/>
              <a:t>eliquam</a:t>
            </a:r>
            <a:r>
              <a:rPr sz="1600" dirty="0"/>
              <a:t>, </a:t>
            </a:r>
            <a:r>
              <a:rPr sz="1600" dirty="0" err="1"/>
              <a:t>aperorepe</a:t>
            </a:r>
            <a:r>
              <a:rPr sz="1600" dirty="0"/>
              <a:t> </a:t>
            </a:r>
            <a:r>
              <a:rPr sz="1600" dirty="0" err="1"/>
              <a:t>autatem</a:t>
            </a:r>
            <a:r>
              <a:rPr sz="1600" dirty="0"/>
              <a:t> voles int odic </a:t>
            </a:r>
            <a:r>
              <a:rPr sz="1600" dirty="0" err="1"/>
              <a:t>tem</a:t>
            </a:r>
            <a:r>
              <a:rPr sz="1600" dirty="0"/>
              <a:t> nis </a:t>
            </a:r>
            <a:r>
              <a:rPr sz="1600" dirty="0" err="1"/>
              <a:t>dolorrum</a:t>
            </a:r>
            <a:r>
              <a:rPr sz="1600" dirty="0"/>
              <a:t> que cores </a:t>
            </a:r>
            <a:r>
              <a:rPr sz="1600" dirty="0" err="1"/>
              <a:t>doluptaturi</a:t>
            </a:r>
            <a:r>
              <a:rPr sz="1600" dirty="0"/>
              <a:t> </a:t>
            </a:r>
            <a:r>
              <a:rPr sz="1600" dirty="0" err="1"/>
              <a:t>utemolorum</a:t>
            </a:r>
            <a:r>
              <a:rPr sz="1600" dirty="0"/>
              <a:t> </a:t>
            </a:r>
            <a:r>
              <a:rPr sz="1600" dirty="0" err="1"/>
              <a:t>imusam</a:t>
            </a:r>
            <a:r>
              <a:rPr sz="1600" dirty="0"/>
              <a:t>, </a:t>
            </a:r>
            <a:r>
              <a:rPr sz="1600" dirty="0" err="1"/>
              <a:t>idendaecabo</a:t>
            </a:r>
            <a:r>
              <a:rPr sz="1600" dirty="0"/>
              <a:t>. </a:t>
            </a:r>
            <a:endParaRPr lang="en-GB" sz="1600" dirty="0"/>
          </a:p>
          <a:p>
            <a:pPr algn="just"/>
            <a:endParaRPr lang="en-GB" sz="1600" dirty="0"/>
          </a:p>
          <a:p>
            <a:pPr algn="just"/>
            <a:r>
              <a:rPr sz="1600" dirty="0"/>
              <a:t>Nam quo </a:t>
            </a:r>
            <a:r>
              <a:rPr sz="1600" dirty="0" err="1"/>
              <a:t>moluptatur</a:t>
            </a:r>
            <a:r>
              <a:rPr sz="1600" dirty="0"/>
              <a:t>? </a:t>
            </a:r>
            <a:r>
              <a:rPr sz="1600" dirty="0" err="1"/>
              <a:t>aut</a:t>
            </a:r>
            <a:r>
              <a:rPr sz="1600" dirty="0"/>
              <a:t> </a:t>
            </a:r>
            <a:r>
              <a:rPr sz="1600" dirty="0" err="1"/>
              <a:t>omnienderi</a:t>
            </a:r>
            <a:r>
              <a:rPr sz="1600" dirty="0"/>
              <a:t> </a:t>
            </a:r>
            <a:r>
              <a:rPr sz="1600" dirty="0" err="1"/>
              <a:t>sinvele</a:t>
            </a:r>
            <a:r>
              <a:rPr sz="1600" dirty="0"/>
              <a:t> </a:t>
            </a:r>
            <a:r>
              <a:rPr sz="1600" dirty="0" err="1"/>
              <a:t>stiam</a:t>
            </a:r>
            <a:r>
              <a:rPr sz="1600" dirty="0"/>
              <a:t>, </a:t>
            </a:r>
            <a:r>
              <a:rPr sz="1600" dirty="0" err="1"/>
              <a:t>cus</a:t>
            </a:r>
            <a:r>
              <a:rPr sz="1600" dirty="0"/>
              <a:t> </a:t>
            </a:r>
            <a:r>
              <a:rPr sz="1600" dirty="0" err="1"/>
              <a:t>eos</a:t>
            </a:r>
            <a:r>
              <a:rPr sz="1600" dirty="0"/>
              <a:t> </a:t>
            </a:r>
            <a:r>
              <a:rPr sz="1600" dirty="0" err="1"/>
              <a:t>sime</a:t>
            </a:r>
            <a:r>
              <a:rPr sz="1600" dirty="0"/>
              <a:t> sed que </a:t>
            </a:r>
            <a:r>
              <a:rPr sz="1600" dirty="0" err="1"/>
              <a:t>occupta</a:t>
            </a:r>
            <a:r>
              <a:rPr sz="1600" dirty="0"/>
              <a:t> </a:t>
            </a:r>
            <a:r>
              <a:rPr sz="1600" dirty="0" err="1"/>
              <a:t>temquia</a:t>
            </a:r>
            <a:r>
              <a:rPr sz="1600" dirty="0"/>
              <a:t> </a:t>
            </a:r>
            <a:r>
              <a:rPr sz="1600" dirty="0" err="1"/>
              <a:t>nobisciur</a:t>
            </a:r>
            <a:r>
              <a:rPr sz="1600" dirty="0"/>
              <a:t>? </a:t>
            </a:r>
            <a:endParaRPr lang="en-GB" sz="1600" dirty="0"/>
          </a:p>
          <a:p>
            <a:pPr algn="just"/>
            <a:endParaRPr lang="en-GB" sz="1600" dirty="0"/>
          </a:p>
          <a:p>
            <a:pPr algn="just"/>
            <a:endParaRPr lang="en-GB" sz="1600" dirty="0"/>
          </a:p>
          <a:p>
            <a:pPr algn="just"/>
            <a:endParaRPr lang="en-GB" sz="1600" dirty="0"/>
          </a:p>
          <a:p>
            <a:pPr algn="just"/>
            <a:r>
              <a:rPr sz="1600" dirty="0"/>
              <a:t>Quis </a:t>
            </a:r>
            <a:r>
              <a:rPr sz="1600" dirty="0" err="1"/>
              <a:t>dolenem</a:t>
            </a:r>
            <a:r>
              <a:rPr sz="1600" dirty="0"/>
              <a:t> </a:t>
            </a:r>
            <a:r>
              <a:rPr sz="1600" dirty="0" err="1"/>
              <a:t>oluptam</a:t>
            </a:r>
            <a:r>
              <a:rPr sz="1600" dirty="0"/>
              <a:t> ne </a:t>
            </a:r>
            <a:r>
              <a:rPr sz="1600" dirty="0" err="1"/>
              <a:t>nonessumqui</a:t>
            </a:r>
            <a:endParaRPr lang="en-GB" sz="1600" dirty="0"/>
          </a:p>
          <a:p>
            <a:pPr algn="just"/>
            <a:endParaRPr lang="en-GB" sz="1600" dirty="0"/>
          </a:p>
          <a:p>
            <a:pPr algn="just"/>
            <a:endParaRPr sz="1600" dirty="0"/>
          </a:p>
        </p:txBody>
      </p:sp>
      <p:sp>
        <p:nvSpPr>
          <p:cNvPr id="384" name="TextBox 23"/>
          <p:cNvSpPr txBox="1"/>
          <p:nvPr/>
        </p:nvSpPr>
        <p:spPr>
          <a:xfrm>
            <a:off x="14387808" y="5105069"/>
            <a:ext cx="6480000" cy="4208227"/>
          </a:xfrm>
          <a:prstGeom prst="rect">
            <a:avLst/>
          </a:prstGeom>
          <a:solidFill>
            <a:srgbClr val="FFFFFF">
              <a:alpha val="80067"/>
            </a:srgbClr>
          </a:solidFill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1124" tIns="11124" rIns="11124" bIns="11124">
            <a:spAutoFit/>
          </a:bodyPr>
          <a:lstStyle/>
          <a:p>
            <a:pPr algn="just"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sz="1600" dirty="0" err="1"/>
              <a:t>Vitam</a:t>
            </a:r>
            <a:r>
              <a:rPr sz="1600" dirty="0"/>
              <a:t> </a:t>
            </a:r>
            <a:r>
              <a:rPr sz="1600" dirty="0" err="1"/>
              <a:t>voloria</a:t>
            </a:r>
            <a:r>
              <a:rPr sz="1600" dirty="0"/>
              <a:t> con et, cum </a:t>
            </a:r>
            <a:r>
              <a:rPr sz="1600" dirty="0" err="1"/>
              <a:t>laboreium</a:t>
            </a:r>
            <a:r>
              <a:rPr sz="1600" dirty="0"/>
              <a:t>, </a:t>
            </a:r>
            <a:r>
              <a:rPr sz="1600" dirty="0" err="1"/>
              <a:t>nam</a:t>
            </a:r>
            <a:r>
              <a:rPr sz="1600" dirty="0"/>
              <a:t> cum, quat </a:t>
            </a:r>
            <a:r>
              <a:rPr sz="1600" dirty="0" err="1"/>
              <a:t>paris</a:t>
            </a:r>
            <a:r>
              <a:rPr sz="1600" dirty="0"/>
              <a:t> as core </a:t>
            </a:r>
            <a:r>
              <a:rPr sz="1600" dirty="0" err="1"/>
              <a:t>volorest</a:t>
            </a:r>
            <a:r>
              <a:rPr sz="1600" dirty="0"/>
              <a:t>, </a:t>
            </a:r>
            <a:r>
              <a:rPr sz="1600" dirty="0" err="1"/>
              <a:t>sust</a:t>
            </a:r>
            <a:r>
              <a:rPr sz="1600" dirty="0"/>
              <a:t> </a:t>
            </a:r>
            <a:r>
              <a:rPr sz="1600" dirty="0" err="1"/>
              <a:t>exceatur</a:t>
            </a:r>
            <a:r>
              <a:rPr sz="1600" dirty="0"/>
              <a:t> </a:t>
            </a:r>
            <a:r>
              <a:rPr sz="1600" dirty="0" err="1"/>
              <a:t>antio</a:t>
            </a:r>
            <a:r>
              <a:rPr sz="1600" dirty="0"/>
              <a:t> </a:t>
            </a:r>
            <a:r>
              <a:rPr sz="1600" dirty="0" err="1"/>
              <a:t>ea</a:t>
            </a:r>
            <a:r>
              <a:rPr sz="1600" dirty="0"/>
              <a:t> </a:t>
            </a:r>
            <a:r>
              <a:rPr sz="1600" dirty="0" err="1"/>
              <a:t>voluptas</a:t>
            </a:r>
            <a:r>
              <a:rPr sz="1600" dirty="0"/>
              <a:t> </a:t>
            </a:r>
            <a:r>
              <a:rPr sz="1600" dirty="0" err="1"/>
              <a:t>eumquatendit</a:t>
            </a:r>
            <a:r>
              <a:rPr sz="1600" dirty="0"/>
              <a:t> </a:t>
            </a:r>
            <a:r>
              <a:rPr sz="1600" dirty="0" err="1"/>
              <a:t>quas</a:t>
            </a:r>
            <a:r>
              <a:rPr sz="1600" dirty="0"/>
              <a:t> </a:t>
            </a:r>
            <a:r>
              <a:rPr sz="1600" dirty="0" err="1"/>
              <a:t>doluptatet</a:t>
            </a:r>
            <a:r>
              <a:rPr sz="1600" dirty="0"/>
              <a:t> </a:t>
            </a:r>
            <a:r>
              <a:rPr sz="1600" dirty="0" err="1"/>
              <a:t>aut</a:t>
            </a:r>
            <a:r>
              <a:rPr sz="1600" dirty="0"/>
              <a:t> </a:t>
            </a:r>
            <a:r>
              <a:rPr sz="1600" dirty="0" err="1"/>
              <a:t>landignam</a:t>
            </a:r>
            <a:r>
              <a:rPr sz="1600" dirty="0"/>
              <a:t> que </a:t>
            </a:r>
            <a:r>
              <a:rPr sz="1600" dirty="0" err="1"/>
              <a:t>lantur</a:t>
            </a:r>
            <a:r>
              <a:rPr sz="1600" dirty="0"/>
              <a:t> </a:t>
            </a:r>
            <a:r>
              <a:rPr sz="1600" dirty="0" err="1"/>
              <a:t>sania</a:t>
            </a:r>
            <a:r>
              <a:rPr sz="1600" dirty="0"/>
              <a:t> dem </a:t>
            </a:r>
            <a:r>
              <a:rPr sz="1600" dirty="0" err="1"/>
              <a:t>escidit</a:t>
            </a:r>
            <a:r>
              <a:rPr sz="1600" dirty="0"/>
              <a:t> min </a:t>
            </a:r>
            <a:r>
              <a:rPr sz="1600" dirty="0" err="1"/>
              <a:t>reruptiaero</a:t>
            </a:r>
            <a:r>
              <a:rPr sz="1600" dirty="0"/>
              <a:t> </a:t>
            </a:r>
            <a:r>
              <a:rPr sz="1600" dirty="0" err="1"/>
              <a:t>velis</a:t>
            </a:r>
            <a:r>
              <a:rPr sz="1600" dirty="0"/>
              <a:t> maximus </a:t>
            </a:r>
            <a:r>
              <a:rPr sz="1600" dirty="0" err="1"/>
              <a:t>aut</a:t>
            </a:r>
            <a:r>
              <a:rPr sz="1600" dirty="0"/>
              <a:t> que pe </a:t>
            </a:r>
            <a:r>
              <a:rPr sz="1600" dirty="0" err="1"/>
              <a:t>aliquas</a:t>
            </a:r>
            <a:r>
              <a:rPr sz="1600" dirty="0"/>
              <a:t> </a:t>
            </a:r>
            <a:r>
              <a:rPr sz="1600" dirty="0" err="1"/>
              <a:t>sequidisit</a:t>
            </a:r>
            <a:r>
              <a:rPr sz="1600" dirty="0"/>
              <a:t>, </a:t>
            </a:r>
            <a:r>
              <a:rPr sz="1600" dirty="0" err="1"/>
              <a:t>omnient</a:t>
            </a:r>
            <a:r>
              <a:rPr sz="1600" dirty="0"/>
              <a:t> hit lam </a:t>
            </a:r>
            <a:r>
              <a:rPr sz="1600" dirty="0" err="1"/>
              <a:t>eicias</a:t>
            </a:r>
            <a:r>
              <a:rPr sz="1600" dirty="0"/>
              <a:t> </a:t>
            </a:r>
            <a:r>
              <a:rPr sz="1600" dirty="0" err="1"/>
              <a:t>modio</a:t>
            </a:r>
            <a:r>
              <a:rPr sz="1600" dirty="0"/>
              <a:t> con nisin </a:t>
            </a:r>
            <a:r>
              <a:rPr sz="1600" dirty="0" err="1"/>
              <a:t>pediam</a:t>
            </a:r>
            <a:r>
              <a:rPr sz="1600" dirty="0"/>
              <a:t>, </a:t>
            </a:r>
            <a:r>
              <a:rPr sz="1600" dirty="0" err="1"/>
              <a:t>ent</a:t>
            </a:r>
            <a:r>
              <a:rPr sz="1600" dirty="0"/>
              <a:t>, </a:t>
            </a:r>
            <a:r>
              <a:rPr sz="1600" dirty="0" err="1"/>
              <a:t>cust</a:t>
            </a:r>
            <a:r>
              <a:rPr sz="1600" dirty="0"/>
              <a:t> </a:t>
            </a:r>
            <a:r>
              <a:rPr sz="1600" dirty="0" err="1"/>
              <a:t>accaborit</a:t>
            </a:r>
            <a:r>
              <a:rPr sz="1600" dirty="0"/>
              <a:t> </a:t>
            </a:r>
            <a:r>
              <a:rPr sz="1600" dirty="0" err="1"/>
              <a:t>odio</a:t>
            </a:r>
            <a:r>
              <a:rPr sz="1600" dirty="0"/>
              <a:t> </a:t>
            </a:r>
            <a:r>
              <a:rPr sz="1600" dirty="0" err="1"/>
              <a:t>corehen</a:t>
            </a:r>
            <a:r>
              <a:rPr sz="1600" dirty="0"/>
              <a:t> </a:t>
            </a:r>
            <a:r>
              <a:rPr sz="1600" dirty="0" err="1"/>
              <a:t>dendae</a:t>
            </a:r>
            <a:r>
              <a:rPr sz="1600" dirty="0"/>
              <a:t> nonet </a:t>
            </a:r>
            <a:r>
              <a:rPr sz="1600" dirty="0" err="1"/>
              <a:t>eliquam</a:t>
            </a:r>
            <a:r>
              <a:rPr sz="1600" dirty="0"/>
              <a:t>, </a:t>
            </a:r>
            <a:r>
              <a:rPr sz="1600" dirty="0" err="1"/>
              <a:t>aperorepe</a:t>
            </a:r>
            <a:r>
              <a:rPr sz="1600" dirty="0"/>
              <a:t> </a:t>
            </a:r>
            <a:r>
              <a:rPr sz="1600" dirty="0" err="1"/>
              <a:t>autatem</a:t>
            </a:r>
            <a:r>
              <a:rPr sz="1600" dirty="0"/>
              <a:t> voles int odic </a:t>
            </a:r>
            <a:r>
              <a:rPr sz="1600" dirty="0" err="1"/>
              <a:t>tem</a:t>
            </a:r>
            <a:r>
              <a:rPr sz="1600" dirty="0"/>
              <a:t> nis </a:t>
            </a:r>
            <a:r>
              <a:rPr sz="1600" dirty="0" err="1"/>
              <a:t>dolorrum</a:t>
            </a:r>
            <a:r>
              <a:rPr sz="1600" dirty="0"/>
              <a:t> que cores </a:t>
            </a:r>
            <a:r>
              <a:rPr sz="1600" dirty="0" err="1"/>
              <a:t>doluptaturi</a:t>
            </a:r>
            <a:r>
              <a:rPr sz="1600" dirty="0"/>
              <a:t> </a:t>
            </a:r>
            <a:r>
              <a:rPr sz="1600" dirty="0" err="1"/>
              <a:t>utemolorum</a:t>
            </a:r>
            <a:r>
              <a:rPr sz="1600" dirty="0"/>
              <a:t> </a:t>
            </a:r>
            <a:r>
              <a:rPr sz="1600" dirty="0" err="1"/>
              <a:t>imusam</a:t>
            </a:r>
            <a:r>
              <a:rPr sz="1600" dirty="0"/>
              <a:t>, </a:t>
            </a:r>
            <a:r>
              <a:rPr sz="1600" dirty="0" err="1"/>
              <a:t>idendaecabo</a:t>
            </a:r>
            <a:r>
              <a:rPr sz="1600" dirty="0"/>
              <a:t>. Nam quo </a:t>
            </a:r>
            <a:r>
              <a:rPr sz="1600" dirty="0" err="1"/>
              <a:t>moluptatur</a:t>
            </a:r>
            <a:r>
              <a:rPr sz="1600" dirty="0"/>
              <a:t>?</a:t>
            </a:r>
          </a:p>
          <a:p>
            <a:pPr algn="just"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sz="1600" dirty="0" err="1"/>
              <a:t>eicias</a:t>
            </a:r>
            <a:r>
              <a:rPr sz="1600" dirty="0"/>
              <a:t> </a:t>
            </a:r>
            <a:r>
              <a:rPr sz="1600" dirty="0" err="1"/>
              <a:t>modio</a:t>
            </a:r>
            <a:r>
              <a:rPr sz="1600" dirty="0"/>
              <a:t> con nisin </a:t>
            </a:r>
            <a:r>
              <a:rPr sz="1600" dirty="0" err="1"/>
              <a:t>pediam</a:t>
            </a:r>
            <a:r>
              <a:rPr sz="1600" dirty="0"/>
              <a:t>, </a:t>
            </a:r>
            <a:r>
              <a:rPr sz="1600" dirty="0" err="1"/>
              <a:t>ent</a:t>
            </a:r>
            <a:r>
              <a:rPr sz="1600" dirty="0"/>
              <a:t>, </a:t>
            </a:r>
            <a:r>
              <a:rPr sz="1600" dirty="0" err="1"/>
              <a:t>cust</a:t>
            </a:r>
            <a:r>
              <a:rPr sz="1600" dirty="0"/>
              <a:t> </a:t>
            </a:r>
            <a:r>
              <a:rPr sz="1600" dirty="0" err="1"/>
              <a:t>accaborit</a:t>
            </a:r>
            <a:r>
              <a:rPr sz="1600" dirty="0"/>
              <a:t> </a:t>
            </a:r>
            <a:r>
              <a:rPr sz="1600" dirty="0" err="1"/>
              <a:t>odio</a:t>
            </a:r>
            <a:r>
              <a:rPr sz="1600" dirty="0"/>
              <a:t> </a:t>
            </a:r>
            <a:r>
              <a:rPr sz="1600" dirty="0" err="1"/>
              <a:t>corehen</a:t>
            </a:r>
            <a:r>
              <a:rPr sz="1600" dirty="0"/>
              <a:t> </a:t>
            </a:r>
            <a:r>
              <a:rPr sz="1600" dirty="0" err="1"/>
              <a:t>dendae</a:t>
            </a:r>
            <a:r>
              <a:rPr sz="1600" dirty="0"/>
              <a:t> nonet </a:t>
            </a:r>
            <a:r>
              <a:rPr sz="1600" dirty="0" err="1"/>
              <a:t>eliquam</a:t>
            </a:r>
            <a:r>
              <a:rPr sz="1600" dirty="0"/>
              <a:t>, </a:t>
            </a:r>
            <a:r>
              <a:rPr sz="1600" dirty="0" err="1"/>
              <a:t>aperorepe</a:t>
            </a:r>
            <a:r>
              <a:rPr sz="1600" dirty="0"/>
              <a:t> </a:t>
            </a:r>
            <a:r>
              <a:rPr sz="1600" dirty="0" err="1"/>
              <a:t>autatem</a:t>
            </a:r>
            <a:r>
              <a:rPr sz="1600" dirty="0"/>
              <a:t> voles int odic </a:t>
            </a:r>
            <a:r>
              <a:rPr sz="1600" dirty="0" err="1"/>
              <a:t>tem</a:t>
            </a:r>
            <a:r>
              <a:rPr sz="1600" dirty="0"/>
              <a:t> nis </a:t>
            </a:r>
            <a:r>
              <a:rPr sz="1600" dirty="0" err="1"/>
              <a:t>dolorrum</a:t>
            </a:r>
            <a:r>
              <a:rPr sz="1600" dirty="0"/>
              <a:t> que</a:t>
            </a:r>
            <a:endParaRPr lang="en-GB" sz="1600" dirty="0"/>
          </a:p>
          <a:p>
            <a:pPr algn="just">
              <a:defRPr sz="2400">
                <a:latin typeface="Arial"/>
                <a:ea typeface="Arial"/>
                <a:cs typeface="Arial"/>
                <a:sym typeface="Arial"/>
              </a:defRPr>
            </a:pPr>
            <a:endParaRPr lang="en-GB" sz="1600" dirty="0"/>
          </a:p>
          <a:p>
            <a:pPr algn="just"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lang="en-GB" sz="1600" dirty="0" err="1"/>
              <a:t>Vitam</a:t>
            </a:r>
            <a:r>
              <a:rPr lang="en-GB" sz="1600" dirty="0"/>
              <a:t> </a:t>
            </a:r>
            <a:r>
              <a:rPr lang="en-GB" sz="1600" dirty="0" err="1"/>
              <a:t>voloria</a:t>
            </a:r>
            <a:r>
              <a:rPr lang="en-GB" sz="1600" dirty="0"/>
              <a:t> con et, cum </a:t>
            </a:r>
            <a:r>
              <a:rPr lang="en-GB" sz="1600" dirty="0" err="1"/>
              <a:t>laboreium</a:t>
            </a:r>
            <a:r>
              <a:rPr lang="en-GB" sz="1600" dirty="0"/>
              <a:t>, </a:t>
            </a:r>
            <a:r>
              <a:rPr lang="en-GB" sz="1600" dirty="0" err="1"/>
              <a:t>nam</a:t>
            </a:r>
            <a:r>
              <a:rPr lang="en-GB" sz="1600" dirty="0"/>
              <a:t> cum, quat </a:t>
            </a:r>
            <a:r>
              <a:rPr lang="en-GB" sz="1600" dirty="0" err="1"/>
              <a:t>paris</a:t>
            </a:r>
            <a:r>
              <a:rPr lang="en-GB" sz="1600" dirty="0"/>
              <a:t> as core </a:t>
            </a:r>
            <a:r>
              <a:rPr lang="en-GB" sz="1600" dirty="0" err="1"/>
              <a:t>volorest</a:t>
            </a:r>
            <a:r>
              <a:rPr lang="en-GB" sz="1600" dirty="0"/>
              <a:t>, </a:t>
            </a:r>
            <a:r>
              <a:rPr lang="en-GB" sz="1600" dirty="0" err="1"/>
              <a:t>sust</a:t>
            </a:r>
            <a:r>
              <a:rPr lang="en-GB" sz="1600" dirty="0"/>
              <a:t> </a:t>
            </a:r>
            <a:r>
              <a:rPr lang="en-GB" sz="1600" dirty="0" err="1"/>
              <a:t>exceatur</a:t>
            </a:r>
            <a:r>
              <a:rPr lang="en-GB" sz="1600" dirty="0"/>
              <a:t> </a:t>
            </a:r>
            <a:r>
              <a:rPr lang="en-GB" sz="1600" dirty="0" err="1"/>
              <a:t>antio</a:t>
            </a:r>
            <a:r>
              <a:rPr lang="en-GB" sz="1600" dirty="0"/>
              <a:t> </a:t>
            </a:r>
            <a:r>
              <a:rPr lang="en-GB" sz="1600" dirty="0" err="1"/>
              <a:t>ea</a:t>
            </a:r>
            <a:r>
              <a:rPr lang="en-GB" sz="1600" dirty="0"/>
              <a:t> </a:t>
            </a:r>
            <a:r>
              <a:rPr lang="en-GB" sz="1600" dirty="0" err="1"/>
              <a:t>voluptas</a:t>
            </a:r>
            <a:r>
              <a:rPr lang="en-GB" sz="1600" dirty="0"/>
              <a:t> </a:t>
            </a:r>
            <a:r>
              <a:rPr lang="en-GB" sz="1600" dirty="0" err="1"/>
              <a:t>eumquatendit</a:t>
            </a:r>
            <a:r>
              <a:rPr lang="en-GB" sz="1600" dirty="0"/>
              <a:t> </a:t>
            </a:r>
            <a:r>
              <a:rPr lang="en-GB" sz="1600" dirty="0" err="1"/>
              <a:t>quas</a:t>
            </a:r>
            <a:r>
              <a:rPr lang="en-GB" sz="1600" dirty="0"/>
              <a:t> </a:t>
            </a:r>
            <a:r>
              <a:rPr lang="en-GB" sz="1600" dirty="0" err="1"/>
              <a:t>doluptatet</a:t>
            </a:r>
            <a:r>
              <a:rPr lang="en-GB" sz="1600" dirty="0"/>
              <a:t> </a:t>
            </a:r>
            <a:r>
              <a:rPr lang="en-GB" sz="1600" dirty="0" err="1"/>
              <a:t>aut</a:t>
            </a:r>
            <a:r>
              <a:rPr lang="en-GB" sz="1600" dirty="0"/>
              <a:t> </a:t>
            </a:r>
            <a:r>
              <a:rPr lang="en-GB" sz="1600" dirty="0" err="1"/>
              <a:t>landignam</a:t>
            </a:r>
            <a:r>
              <a:rPr lang="en-GB" sz="1600" dirty="0"/>
              <a:t> que </a:t>
            </a:r>
            <a:r>
              <a:rPr lang="en-GB" sz="1600" dirty="0" err="1"/>
              <a:t>lantur</a:t>
            </a:r>
            <a:r>
              <a:rPr lang="en-GB" sz="1600" dirty="0"/>
              <a:t> </a:t>
            </a:r>
            <a:r>
              <a:rPr lang="en-GB" sz="1600" dirty="0" err="1"/>
              <a:t>sania</a:t>
            </a:r>
            <a:r>
              <a:rPr lang="en-GB" sz="1600" dirty="0"/>
              <a:t> </a:t>
            </a:r>
            <a:r>
              <a:rPr lang="en-GB" sz="1600" dirty="0" err="1"/>
              <a:t>dem</a:t>
            </a:r>
            <a:r>
              <a:rPr lang="en-GB" sz="1600" dirty="0"/>
              <a:t> </a:t>
            </a:r>
            <a:r>
              <a:rPr lang="en-GB" sz="1600" dirty="0" err="1"/>
              <a:t>escidit</a:t>
            </a:r>
            <a:r>
              <a:rPr lang="en-GB" sz="1600" dirty="0"/>
              <a:t> min </a:t>
            </a:r>
            <a:r>
              <a:rPr lang="en-GB" sz="1600" dirty="0" err="1"/>
              <a:t>reruptiaero</a:t>
            </a:r>
            <a:r>
              <a:rPr lang="en-GB" sz="1600" dirty="0"/>
              <a:t> </a:t>
            </a:r>
            <a:r>
              <a:rPr lang="en-GB" sz="1600" dirty="0" err="1"/>
              <a:t>velis</a:t>
            </a:r>
            <a:r>
              <a:rPr lang="en-GB" sz="1600" dirty="0"/>
              <a:t> maximus </a:t>
            </a:r>
            <a:r>
              <a:rPr lang="en-GB" sz="1600" dirty="0" err="1"/>
              <a:t>aut</a:t>
            </a:r>
            <a:r>
              <a:rPr lang="en-GB" sz="1600" dirty="0"/>
              <a:t> que pe </a:t>
            </a:r>
            <a:r>
              <a:rPr lang="en-GB" sz="1600" dirty="0" err="1"/>
              <a:t>aliquas</a:t>
            </a:r>
            <a:r>
              <a:rPr lang="en-GB" sz="1600" dirty="0"/>
              <a:t> </a:t>
            </a:r>
            <a:r>
              <a:rPr lang="en-GB" sz="1600" dirty="0" err="1"/>
              <a:t>sequidisit</a:t>
            </a:r>
            <a:r>
              <a:rPr lang="en-GB" sz="1600" dirty="0"/>
              <a:t>, </a:t>
            </a:r>
            <a:r>
              <a:rPr lang="en-GB" sz="1600" dirty="0" err="1"/>
              <a:t>omnient</a:t>
            </a:r>
            <a:r>
              <a:rPr lang="en-GB" sz="1600" dirty="0"/>
              <a:t> hit lam </a:t>
            </a:r>
            <a:r>
              <a:rPr lang="en-GB" sz="1600" dirty="0" err="1"/>
              <a:t>eicias</a:t>
            </a:r>
            <a:r>
              <a:rPr lang="en-GB" sz="1600" dirty="0"/>
              <a:t> </a:t>
            </a:r>
            <a:r>
              <a:rPr lang="en-GB" sz="1600" dirty="0" err="1"/>
              <a:t>modio</a:t>
            </a:r>
            <a:r>
              <a:rPr lang="en-GB" sz="1600" dirty="0"/>
              <a:t> con nisin </a:t>
            </a:r>
            <a:r>
              <a:rPr lang="en-GB" sz="1600" dirty="0" err="1"/>
              <a:t>pediam</a:t>
            </a:r>
            <a:r>
              <a:rPr lang="en-GB" sz="1600" dirty="0"/>
              <a:t>, </a:t>
            </a:r>
            <a:r>
              <a:rPr lang="en-GB" sz="1600" dirty="0" err="1"/>
              <a:t>ent</a:t>
            </a:r>
            <a:r>
              <a:rPr lang="en-GB" sz="1600" dirty="0"/>
              <a:t>, </a:t>
            </a:r>
            <a:r>
              <a:rPr lang="en-GB" sz="1600" dirty="0" err="1"/>
              <a:t>cust</a:t>
            </a:r>
            <a:r>
              <a:rPr lang="en-GB" sz="1600" dirty="0"/>
              <a:t> </a:t>
            </a:r>
            <a:r>
              <a:rPr lang="en-GB" sz="1600" dirty="0" err="1"/>
              <a:t>accaborit</a:t>
            </a:r>
            <a:r>
              <a:rPr lang="en-GB" sz="1600" dirty="0"/>
              <a:t> </a:t>
            </a:r>
            <a:r>
              <a:rPr lang="en-GB" sz="1600" dirty="0" err="1"/>
              <a:t>odio</a:t>
            </a:r>
            <a:r>
              <a:rPr lang="en-GB" sz="1600" dirty="0"/>
              <a:t> </a:t>
            </a:r>
            <a:r>
              <a:rPr lang="en-GB" sz="1600" dirty="0" err="1"/>
              <a:t>corehen</a:t>
            </a:r>
            <a:r>
              <a:rPr lang="en-GB" sz="1600" dirty="0"/>
              <a:t> </a:t>
            </a:r>
            <a:r>
              <a:rPr lang="en-GB" sz="1600" dirty="0" err="1"/>
              <a:t>dendae</a:t>
            </a:r>
            <a:r>
              <a:rPr lang="en-GB" sz="1600" dirty="0"/>
              <a:t> nonet </a:t>
            </a:r>
            <a:r>
              <a:rPr lang="en-GB" sz="1600" dirty="0" err="1"/>
              <a:t>eliquam</a:t>
            </a:r>
            <a:r>
              <a:rPr lang="en-GB" sz="1600" dirty="0"/>
              <a:t>, </a:t>
            </a:r>
            <a:r>
              <a:rPr lang="en-GB" sz="1600" dirty="0" err="1"/>
              <a:t>aperorepe</a:t>
            </a:r>
            <a:r>
              <a:rPr lang="en-GB" sz="1600" dirty="0"/>
              <a:t> </a:t>
            </a:r>
            <a:r>
              <a:rPr lang="en-GB" sz="1600" dirty="0" err="1"/>
              <a:t>autatem</a:t>
            </a:r>
            <a:r>
              <a:rPr lang="en-GB" sz="1600" dirty="0"/>
              <a:t> voles int odic </a:t>
            </a:r>
            <a:r>
              <a:rPr lang="en-GB" sz="1600" dirty="0" err="1"/>
              <a:t>tem</a:t>
            </a:r>
            <a:r>
              <a:rPr lang="en-GB" sz="1600" dirty="0"/>
              <a:t> nis </a:t>
            </a:r>
            <a:r>
              <a:rPr lang="en-GB" sz="1600" dirty="0" err="1"/>
              <a:t>dolorrum</a:t>
            </a:r>
            <a:r>
              <a:rPr lang="en-GB" sz="1600" dirty="0"/>
              <a:t> que cores </a:t>
            </a:r>
            <a:r>
              <a:rPr lang="en-GB" sz="1600" dirty="0" err="1"/>
              <a:t>doluptaturi</a:t>
            </a:r>
            <a:r>
              <a:rPr lang="en-GB" sz="1600" dirty="0"/>
              <a:t> </a:t>
            </a:r>
            <a:r>
              <a:rPr lang="en-GB" sz="1600" dirty="0" err="1"/>
              <a:t>utemolorum</a:t>
            </a:r>
            <a:r>
              <a:rPr lang="en-GB" sz="1600" dirty="0"/>
              <a:t> </a:t>
            </a:r>
            <a:r>
              <a:rPr lang="en-GB" sz="1600" dirty="0" err="1"/>
              <a:t>imusam</a:t>
            </a:r>
            <a:r>
              <a:rPr lang="en-GB" sz="1600" dirty="0"/>
              <a:t>, </a:t>
            </a:r>
            <a:r>
              <a:rPr lang="en-GB" sz="1600" dirty="0" err="1"/>
              <a:t>idendaecabo</a:t>
            </a:r>
            <a:r>
              <a:rPr lang="en-GB" sz="1600" dirty="0"/>
              <a:t>. Nam quo </a:t>
            </a:r>
            <a:r>
              <a:rPr lang="en-GB" sz="1600" dirty="0" err="1"/>
              <a:t>moluptatur</a:t>
            </a:r>
            <a:r>
              <a:rPr lang="en-GB" sz="1600" dirty="0"/>
              <a:t>?</a:t>
            </a:r>
            <a:endParaRPr sz="1600" dirty="0"/>
          </a:p>
        </p:txBody>
      </p:sp>
      <p:sp>
        <p:nvSpPr>
          <p:cNvPr id="385" name="TextBox 31"/>
          <p:cNvSpPr txBox="1"/>
          <p:nvPr/>
        </p:nvSpPr>
        <p:spPr>
          <a:xfrm>
            <a:off x="493688" y="3004214"/>
            <a:ext cx="6480000" cy="4454448"/>
          </a:xfrm>
          <a:prstGeom prst="rect">
            <a:avLst/>
          </a:prstGeom>
          <a:solidFill>
            <a:srgbClr val="FFFFFF">
              <a:alpha val="80067"/>
            </a:srgbClr>
          </a:solidFill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124" tIns="11124" rIns="11124" bIns="11124">
            <a:spAutoFit/>
          </a:bodyPr>
          <a:lstStyle/>
          <a:p>
            <a:pPr algn="just"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sz="1600" dirty="0" err="1"/>
              <a:t>Imintem</a:t>
            </a:r>
            <a:r>
              <a:rPr sz="1600" dirty="0"/>
              <a:t> </a:t>
            </a:r>
            <a:r>
              <a:rPr sz="1600" dirty="0" err="1"/>
              <a:t>quas</a:t>
            </a:r>
            <a:r>
              <a:rPr sz="1600" dirty="0"/>
              <a:t> </a:t>
            </a:r>
            <a:r>
              <a:rPr sz="1600" dirty="0" err="1"/>
              <a:t>porro</a:t>
            </a:r>
            <a:r>
              <a:rPr sz="1600" dirty="0"/>
              <a:t> </a:t>
            </a:r>
            <a:r>
              <a:rPr sz="1600" dirty="0" err="1"/>
              <a:t>debitis</a:t>
            </a:r>
            <a:r>
              <a:rPr sz="1600" dirty="0"/>
              <a:t> </a:t>
            </a:r>
            <a:r>
              <a:rPr sz="1600" dirty="0" err="1"/>
              <a:t>itius</a:t>
            </a:r>
            <a:r>
              <a:rPr sz="1600" dirty="0"/>
              <a:t>, nus id </a:t>
            </a:r>
            <a:r>
              <a:rPr sz="1600" dirty="0" err="1"/>
              <a:t>quat</a:t>
            </a:r>
            <a:r>
              <a:rPr sz="1600" dirty="0"/>
              <a:t> animus </a:t>
            </a:r>
            <a:r>
              <a:rPr sz="1600" dirty="0" err="1"/>
              <a:t>auda</a:t>
            </a:r>
            <a:r>
              <a:rPr sz="1600" dirty="0"/>
              <a:t> </a:t>
            </a:r>
            <a:r>
              <a:rPr sz="1600" dirty="0" err="1"/>
              <a:t>platust</a:t>
            </a:r>
            <a:r>
              <a:rPr sz="1600" dirty="0"/>
              <a:t> et </a:t>
            </a:r>
            <a:r>
              <a:rPr sz="1600" dirty="0" err="1"/>
              <a:t>imin</a:t>
            </a:r>
            <a:r>
              <a:rPr sz="1600" dirty="0"/>
              <a:t> </a:t>
            </a:r>
            <a:r>
              <a:rPr sz="1600" dirty="0" err="1"/>
              <a:t>perovitasped</a:t>
            </a:r>
            <a:r>
              <a:rPr sz="1600" dirty="0"/>
              <a:t> </a:t>
            </a:r>
            <a:r>
              <a:rPr sz="1600" dirty="0" err="1"/>
              <a:t>es</a:t>
            </a:r>
            <a:r>
              <a:rPr sz="1600" dirty="0"/>
              <a:t> </a:t>
            </a:r>
            <a:r>
              <a:rPr sz="1600" dirty="0" err="1"/>
              <a:t>ipsus</a:t>
            </a:r>
            <a:r>
              <a:rPr sz="1600" dirty="0"/>
              <a:t> </a:t>
            </a:r>
            <a:r>
              <a:rPr sz="1600" dirty="0" err="1"/>
              <a:t>mo</a:t>
            </a:r>
            <a:r>
              <a:rPr sz="1600" dirty="0"/>
              <a:t> </a:t>
            </a:r>
            <a:r>
              <a:rPr sz="1600" dirty="0" err="1"/>
              <a:t>maios</a:t>
            </a:r>
            <a:r>
              <a:rPr sz="1600" dirty="0"/>
              <a:t> </a:t>
            </a:r>
            <a:r>
              <a:rPr sz="1600" dirty="0" err="1"/>
              <a:t>eume</a:t>
            </a:r>
            <a:r>
              <a:rPr sz="1600" dirty="0"/>
              <a:t> di </a:t>
            </a:r>
            <a:r>
              <a:rPr sz="1600" dirty="0" err="1"/>
              <a:t>ut</a:t>
            </a:r>
            <a:r>
              <a:rPr sz="1600" dirty="0"/>
              <a:t> a </a:t>
            </a:r>
            <a:r>
              <a:rPr sz="1600" dirty="0" err="1"/>
              <a:t>dolupit</a:t>
            </a:r>
            <a:r>
              <a:rPr sz="1600" dirty="0"/>
              <a:t>, </a:t>
            </a:r>
            <a:r>
              <a:rPr sz="1600" dirty="0" err="1"/>
              <a:t>sequam</a:t>
            </a:r>
            <a:r>
              <a:rPr sz="1600" dirty="0"/>
              <a:t>, </a:t>
            </a:r>
            <a:r>
              <a:rPr sz="1600" dirty="0" err="1"/>
              <a:t>serio</a:t>
            </a:r>
            <a:r>
              <a:rPr sz="1600" dirty="0"/>
              <a:t> </a:t>
            </a:r>
            <a:r>
              <a:rPr sz="1600" dirty="0" err="1"/>
              <a:t>bea</a:t>
            </a:r>
            <a:r>
              <a:rPr sz="1600" dirty="0"/>
              <a:t> natis </a:t>
            </a:r>
            <a:r>
              <a:rPr sz="1600" dirty="0" err="1"/>
              <a:t>dolupta</a:t>
            </a:r>
            <a:r>
              <a:rPr sz="1600" dirty="0"/>
              <a:t> </a:t>
            </a:r>
            <a:r>
              <a:rPr sz="1600" dirty="0" err="1"/>
              <a:t>simperiae</a:t>
            </a:r>
            <a:r>
              <a:rPr sz="1600" dirty="0"/>
              <a:t> </a:t>
            </a:r>
            <a:r>
              <a:rPr sz="1600" dirty="0" err="1"/>
              <a:t>nate</a:t>
            </a:r>
            <a:r>
              <a:rPr sz="1600" dirty="0"/>
              <a:t> </a:t>
            </a:r>
            <a:r>
              <a:rPr sz="1600" dirty="0" err="1"/>
              <a:t>molorum</a:t>
            </a:r>
            <a:r>
              <a:rPr sz="1600" dirty="0"/>
              <a:t> </a:t>
            </a:r>
            <a:r>
              <a:rPr sz="1600" dirty="0" err="1"/>
              <a:t>eati</a:t>
            </a:r>
            <a:r>
              <a:rPr sz="1600" dirty="0"/>
              <a:t> </a:t>
            </a:r>
            <a:r>
              <a:rPr sz="1600" dirty="0" err="1"/>
              <a:t>ulparis</a:t>
            </a:r>
            <a:r>
              <a:rPr sz="1600" dirty="0"/>
              <a:t> </a:t>
            </a:r>
            <a:r>
              <a:rPr sz="1600" dirty="0" err="1"/>
              <a:t>magnieniam</a:t>
            </a:r>
            <a:r>
              <a:rPr sz="1600" dirty="0"/>
              <a:t>, to </a:t>
            </a:r>
            <a:r>
              <a:rPr sz="1600" dirty="0" err="1"/>
              <a:t>intotatur</a:t>
            </a:r>
            <a:r>
              <a:rPr sz="1600" dirty="0"/>
              <a:t>?</a:t>
            </a:r>
          </a:p>
          <a:p>
            <a:pPr algn="just"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sz="1600" dirty="0" err="1"/>
              <a:t>Sunto</a:t>
            </a:r>
            <a:r>
              <a:rPr sz="1600" dirty="0"/>
              <a:t> into </a:t>
            </a:r>
            <a:r>
              <a:rPr sz="1600" dirty="0" err="1"/>
              <a:t>temperi</a:t>
            </a:r>
            <a:r>
              <a:rPr sz="1600" dirty="0"/>
              <a:t> </a:t>
            </a:r>
            <a:r>
              <a:rPr sz="1600" dirty="0" err="1"/>
              <a:t>aturerum</a:t>
            </a:r>
            <a:r>
              <a:rPr sz="1600" dirty="0"/>
              <a:t> et </a:t>
            </a:r>
            <a:r>
              <a:rPr sz="1600" dirty="0" err="1"/>
              <a:t>identio</a:t>
            </a:r>
            <a:r>
              <a:rPr sz="1600" dirty="0"/>
              <a:t> </a:t>
            </a:r>
            <a:r>
              <a:rPr sz="1600" dirty="0" err="1"/>
              <a:t>nsectatem</a:t>
            </a:r>
            <a:r>
              <a:rPr sz="1600" dirty="0"/>
              <a:t> quo </a:t>
            </a:r>
            <a:r>
              <a:rPr sz="1600" dirty="0" err="1"/>
              <a:t>dolorum</a:t>
            </a:r>
            <a:r>
              <a:rPr sz="1600" dirty="0"/>
              <a:t> </a:t>
            </a:r>
            <a:r>
              <a:rPr sz="1600" dirty="0" err="1"/>
              <a:t>fuga</a:t>
            </a:r>
            <a:r>
              <a:rPr sz="1600" dirty="0"/>
              <a:t>. </a:t>
            </a:r>
            <a:r>
              <a:rPr sz="1600" dirty="0" err="1"/>
              <a:t>Itiatur</a:t>
            </a:r>
            <a:r>
              <a:rPr sz="1600" dirty="0"/>
              <a:t>, </a:t>
            </a:r>
            <a:r>
              <a:rPr sz="1600" dirty="0" err="1"/>
              <a:t>quam</a:t>
            </a:r>
            <a:r>
              <a:rPr sz="1600" dirty="0"/>
              <a:t> </a:t>
            </a:r>
            <a:r>
              <a:rPr sz="1600" dirty="0" err="1"/>
              <a:t>vendus</a:t>
            </a:r>
            <a:r>
              <a:rPr sz="1600" dirty="0"/>
              <a:t> </a:t>
            </a:r>
            <a:r>
              <a:rPr sz="1600" dirty="0" err="1"/>
              <a:t>quodis</a:t>
            </a:r>
            <a:r>
              <a:rPr sz="1600" dirty="0"/>
              <a:t> </a:t>
            </a:r>
            <a:r>
              <a:rPr sz="1600" dirty="0" err="1"/>
              <a:t>reria</a:t>
            </a:r>
            <a:r>
              <a:rPr sz="1600" dirty="0"/>
              <a:t> </a:t>
            </a:r>
            <a:r>
              <a:rPr sz="1600" dirty="0" err="1"/>
              <a:t>volupienis</a:t>
            </a:r>
            <a:r>
              <a:rPr sz="1600" dirty="0"/>
              <a:t> con </a:t>
            </a:r>
            <a:r>
              <a:rPr sz="1600" dirty="0" err="1"/>
              <a:t>posto</a:t>
            </a:r>
            <a:r>
              <a:rPr sz="1600" dirty="0"/>
              <a:t> dolor </a:t>
            </a:r>
            <a:r>
              <a:rPr sz="1600" dirty="0" err="1"/>
              <a:t>sam</a:t>
            </a:r>
            <a:r>
              <a:rPr sz="1600" dirty="0"/>
              <a:t> debit </a:t>
            </a:r>
            <a:r>
              <a:rPr sz="1600" dirty="0" err="1"/>
              <a:t>experumet</a:t>
            </a:r>
            <a:r>
              <a:rPr sz="1600" dirty="0"/>
              <a:t> </a:t>
            </a:r>
            <a:r>
              <a:rPr sz="1600" dirty="0" err="1"/>
              <a:t>odit</a:t>
            </a:r>
            <a:r>
              <a:rPr sz="1600" dirty="0"/>
              <a:t> </a:t>
            </a:r>
            <a:r>
              <a:rPr sz="1600" dirty="0" err="1"/>
              <a:t>ut</a:t>
            </a:r>
            <a:r>
              <a:rPr sz="1600" dirty="0"/>
              <a:t> id </a:t>
            </a:r>
            <a:r>
              <a:rPr sz="1600" dirty="0" err="1"/>
              <a:t>molorrum</a:t>
            </a:r>
            <a:r>
              <a:rPr sz="1600" dirty="0"/>
              <a:t> que </a:t>
            </a:r>
            <a:r>
              <a:rPr sz="1600" dirty="0" err="1"/>
              <a:t>quam</a:t>
            </a:r>
            <a:r>
              <a:rPr sz="1600" dirty="0"/>
              <a:t> </a:t>
            </a:r>
            <a:r>
              <a:rPr sz="1600" dirty="0" err="1"/>
              <a:t>fuga</a:t>
            </a:r>
            <a:r>
              <a:rPr sz="1600" dirty="0"/>
              <a:t>. Et </a:t>
            </a:r>
            <a:r>
              <a:rPr sz="1600" dirty="0" err="1"/>
              <a:t>volorioraes</a:t>
            </a:r>
            <a:r>
              <a:rPr sz="1600" dirty="0"/>
              <a:t> alit, que </a:t>
            </a:r>
            <a:r>
              <a:rPr sz="1600" dirty="0" err="1"/>
              <a:t>plitati</a:t>
            </a:r>
            <a:r>
              <a:rPr sz="1600" dirty="0"/>
              <a:t> </a:t>
            </a:r>
            <a:r>
              <a:rPr sz="1600" dirty="0" err="1"/>
              <a:t>onemporro</a:t>
            </a:r>
            <a:r>
              <a:rPr sz="1600" dirty="0"/>
              <a:t> </a:t>
            </a:r>
            <a:r>
              <a:rPr sz="1600" dirty="0" err="1"/>
              <a:t>entorio</a:t>
            </a:r>
            <a:r>
              <a:rPr sz="1600" dirty="0"/>
              <a:t> </a:t>
            </a:r>
            <a:r>
              <a:rPr sz="1600" dirty="0" err="1"/>
              <a:t>rumendi</a:t>
            </a:r>
            <a:r>
              <a:rPr sz="1600" dirty="0"/>
              <a:t> </a:t>
            </a:r>
            <a:r>
              <a:rPr sz="1600" dirty="0" err="1"/>
              <a:t>simenimus</a:t>
            </a:r>
            <a:r>
              <a:rPr sz="1600" dirty="0"/>
              <a:t> </a:t>
            </a:r>
            <a:r>
              <a:rPr sz="1600" dirty="0" err="1"/>
              <a:t>mossimus</a:t>
            </a:r>
            <a:r>
              <a:rPr sz="1600" dirty="0"/>
              <a:t> re </a:t>
            </a:r>
            <a:r>
              <a:rPr sz="1600" dirty="0" err="1"/>
              <a:t>officit</a:t>
            </a:r>
            <a:r>
              <a:rPr sz="1600" dirty="0"/>
              <a:t> </a:t>
            </a:r>
            <a:r>
              <a:rPr sz="1600" dirty="0" err="1"/>
              <a:t>mo</a:t>
            </a:r>
            <a:r>
              <a:rPr sz="1600" dirty="0"/>
              <a:t> </a:t>
            </a:r>
            <a:r>
              <a:rPr sz="1600" dirty="0" err="1"/>
              <a:t>officae</a:t>
            </a:r>
            <a:r>
              <a:rPr sz="1600" dirty="0"/>
              <a:t> </a:t>
            </a:r>
            <a:r>
              <a:rPr sz="1600" dirty="0" err="1"/>
              <a:t>etur</a:t>
            </a:r>
            <a:r>
              <a:rPr sz="1600" dirty="0"/>
              <a:t>, </a:t>
            </a:r>
            <a:r>
              <a:rPr sz="1600" dirty="0" err="1"/>
              <a:t>volorem</a:t>
            </a:r>
            <a:r>
              <a:rPr sz="1600" dirty="0"/>
              <a:t> et </a:t>
            </a:r>
            <a:r>
              <a:rPr sz="1600" dirty="0" err="1"/>
              <a:t>optae</a:t>
            </a:r>
            <a:r>
              <a:rPr sz="1600" dirty="0"/>
              <a:t>. Ut </a:t>
            </a:r>
            <a:r>
              <a:rPr sz="1600" dirty="0" err="1"/>
              <a:t>ipsam</a:t>
            </a:r>
            <a:r>
              <a:rPr sz="1600" dirty="0"/>
              <a:t> </a:t>
            </a:r>
            <a:r>
              <a:rPr sz="1600" dirty="0" err="1"/>
              <a:t>esto</a:t>
            </a:r>
            <a:r>
              <a:rPr sz="1600" dirty="0"/>
              <a:t> </a:t>
            </a:r>
            <a:r>
              <a:rPr sz="1600" dirty="0" err="1"/>
              <a:t>temquas</a:t>
            </a:r>
            <a:r>
              <a:rPr sz="1600" dirty="0"/>
              <a:t> </a:t>
            </a:r>
            <a:r>
              <a:rPr sz="1600" dirty="0" err="1"/>
              <a:t>dolores</a:t>
            </a:r>
            <a:r>
              <a:rPr sz="1600" dirty="0"/>
              <a:t> </a:t>
            </a:r>
            <a:r>
              <a:rPr sz="1600" dirty="0" err="1"/>
              <a:t>sitiandi</a:t>
            </a:r>
            <a:r>
              <a:rPr sz="1600" dirty="0"/>
              <a:t> arum </a:t>
            </a:r>
            <a:r>
              <a:rPr sz="1600" dirty="0" err="1"/>
              <a:t>ipicien</a:t>
            </a:r>
            <a:r>
              <a:rPr sz="1600" dirty="0"/>
              <a:t> </a:t>
            </a:r>
            <a:r>
              <a:rPr sz="1600" dirty="0" err="1"/>
              <a:t>debisimus</a:t>
            </a:r>
            <a:r>
              <a:rPr sz="1600" dirty="0"/>
              <a:t> </a:t>
            </a:r>
            <a:r>
              <a:rPr sz="1600" dirty="0" err="1"/>
              <a:t>doluptatius</a:t>
            </a:r>
            <a:r>
              <a:rPr sz="1600" dirty="0"/>
              <a:t>.</a:t>
            </a:r>
          </a:p>
          <a:p>
            <a:pPr algn="just"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sz="1600" dirty="0"/>
              <a:t>As </a:t>
            </a:r>
            <a:r>
              <a:rPr sz="1600" dirty="0" err="1"/>
              <a:t>verepe</a:t>
            </a:r>
            <a:r>
              <a:rPr sz="1600" dirty="0"/>
              <a:t> </a:t>
            </a:r>
            <a:r>
              <a:rPr sz="1600" dirty="0" err="1"/>
              <a:t>sectis</a:t>
            </a:r>
            <a:r>
              <a:rPr sz="1600" dirty="0"/>
              <a:t> </a:t>
            </a:r>
            <a:r>
              <a:rPr sz="1600" dirty="0" err="1"/>
              <a:t>enda</a:t>
            </a:r>
            <a:r>
              <a:rPr sz="1600" dirty="0"/>
              <a:t> di </a:t>
            </a:r>
            <a:r>
              <a:rPr sz="1600" dirty="0" err="1"/>
              <a:t>incto</a:t>
            </a:r>
            <a:r>
              <a:rPr sz="1600" dirty="0"/>
              <a:t> </a:t>
            </a:r>
            <a:r>
              <a:rPr sz="1600" dirty="0" err="1"/>
              <a:t>etusda</a:t>
            </a:r>
            <a:r>
              <a:rPr sz="1600" dirty="0"/>
              <a:t> </a:t>
            </a:r>
            <a:r>
              <a:rPr sz="1600" dirty="0" err="1"/>
              <a:t>delectet</a:t>
            </a:r>
            <a:r>
              <a:rPr sz="1600" dirty="0"/>
              <a:t> </a:t>
            </a:r>
            <a:r>
              <a:rPr sz="1600" dirty="0" err="1"/>
              <a:t>eaque</a:t>
            </a:r>
            <a:r>
              <a:rPr sz="1600" dirty="0"/>
              <a:t> </a:t>
            </a:r>
            <a:r>
              <a:rPr sz="1600" dirty="0" err="1"/>
              <a:t>simusda</a:t>
            </a:r>
            <a:r>
              <a:rPr sz="1600" dirty="0"/>
              <a:t> </a:t>
            </a:r>
            <a:r>
              <a:rPr sz="1600" dirty="0" err="1"/>
              <a:t>ndanimus</a:t>
            </a:r>
            <a:r>
              <a:rPr sz="1600" dirty="0"/>
              <a:t>, sin </a:t>
            </a:r>
            <a:r>
              <a:rPr sz="1600" dirty="0" err="1"/>
              <a:t>cori</a:t>
            </a:r>
            <a:r>
              <a:rPr sz="1600" dirty="0"/>
              <a:t> rem id </a:t>
            </a:r>
            <a:r>
              <a:rPr sz="1600" dirty="0" err="1"/>
              <a:t>maximillut</a:t>
            </a:r>
            <a:r>
              <a:rPr sz="1600" dirty="0"/>
              <a:t> </a:t>
            </a:r>
            <a:r>
              <a:rPr sz="1600" dirty="0" err="1"/>
              <a:t>hari</a:t>
            </a:r>
            <a:r>
              <a:rPr sz="1600" dirty="0"/>
              <a:t> con </a:t>
            </a:r>
            <a:r>
              <a:rPr sz="1600" dirty="0" err="1"/>
              <a:t>ea</a:t>
            </a:r>
            <a:r>
              <a:rPr sz="1600" dirty="0"/>
              <a:t> </a:t>
            </a:r>
            <a:r>
              <a:rPr sz="1600" dirty="0" err="1"/>
              <a:t>quiam</a:t>
            </a:r>
            <a:r>
              <a:rPr sz="1600" dirty="0"/>
              <a:t> </a:t>
            </a:r>
            <a:r>
              <a:rPr sz="1600" dirty="0" err="1"/>
              <a:t>quam</a:t>
            </a:r>
            <a:r>
              <a:rPr sz="1600" dirty="0"/>
              <a:t> et </a:t>
            </a:r>
            <a:r>
              <a:rPr sz="1600" dirty="0" err="1"/>
              <a:t>enduci</a:t>
            </a:r>
            <a:r>
              <a:rPr sz="1600" dirty="0"/>
              <a:t> </a:t>
            </a:r>
            <a:r>
              <a:rPr sz="1600" dirty="0" err="1"/>
              <a:t>idunt</a:t>
            </a:r>
            <a:r>
              <a:rPr sz="1600" dirty="0"/>
              <a:t>, </a:t>
            </a:r>
            <a:r>
              <a:rPr sz="1600" dirty="0" err="1"/>
              <a:t>corecta</a:t>
            </a:r>
            <a:r>
              <a:rPr sz="1600" dirty="0"/>
              <a:t> </a:t>
            </a:r>
            <a:r>
              <a:rPr sz="1600" dirty="0" err="1"/>
              <a:t>alicimp</a:t>
            </a:r>
            <a:r>
              <a:rPr sz="1600" dirty="0"/>
              <a:t> </a:t>
            </a:r>
            <a:r>
              <a:rPr sz="1600" dirty="0" err="1"/>
              <a:t>oriaeperum</a:t>
            </a:r>
            <a:r>
              <a:rPr sz="1600" dirty="0"/>
              <a:t> </a:t>
            </a:r>
            <a:r>
              <a:rPr sz="1600" dirty="0" err="1"/>
              <a:t>iusaeped</a:t>
            </a:r>
            <a:r>
              <a:rPr sz="1600" dirty="0"/>
              <a:t> </a:t>
            </a:r>
            <a:r>
              <a:rPr sz="1600" dirty="0" err="1"/>
              <a:t>unt</a:t>
            </a:r>
            <a:r>
              <a:rPr sz="1600" dirty="0"/>
              <a:t> </a:t>
            </a:r>
            <a:r>
              <a:rPr sz="1600" dirty="0" err="1"/>
              <a:t>quis</a:t>
            </a:r>
            <a:r>
              <a:rPr sz="1600" dirty="0"/>
              <a:t> et </a:t>
            </a:r>
            <a:r>
              <a:rPr sz="1600" dirty="0" err="1"/>
              <a:t>ut</a:t>
            </a:r>
            <a:r>
              <a:rPr sz="1600" dirty="0"/>
              <a:t> </a:t>
            </a:r>
            <a:r>
              <a:rPr sz="1600" dirty="0" err="1"/>
              <a:t>abor</a:t>
            </a:r>
            <a:r>
              <a:rPr sz="1600" dirty="0"/>
              <a:t> </a:t>
            </a:r>
            <a:r>
              <a:rPr sz="1600" dirty="0" err="1"/>
              <a:t>ame</a:t>
            </a:r>
            <a:r>
              <a:rPr sz="1600" dirty="0"/>
              <a:t> </a:t>
            </a:r>
            <a:r>
              <a:rPr sz="1600" dirty="0" err="1"/>
              <a:t>alis</a:t>
            </a:r>
            <a:r>
              <a:rPr sz="1600" dirty="0"/>
              <a:t> </a:t>
            </a:r>
            <a:r>
              <a:rPr sz="1600" dirty="0" err="1"/>
              <a:t>utatur</a:t>
            </a:r>
            <a:r>
              <a:rPr sz="1600" dirty="0"/>
              <a:t> as </a:t>
            </a:r>
            <a:r>
              <a:rPr sz="1600" dirty="0" err="1"/>
              <a:t>senet</a:t>
            </a:r>
            <a:r>
              <a:rPr sz="1600" dirty="0"/>
              <a:t> a </a:t>
            </a:r>
            <a:r>
              <a:rPr sz="1600" dirty="0" err="1"/>
              <a:t>quibus</a:t>
            </a:r>
            <a:r>
              <a:rPr sz="1600" dirty="0"/>
              <a:t> </a:t>
            </a:r>
            <a:r>
              <a:rPr sz="1600" dirty="0" err="1"/>
              <a:t>dolutatur</a:t>
            </a:r>
            <a:r>
              <a:rPr sz="1600" dirty="0"/>
              <a:t> </a:t>
            </a:r>
            <a:r>
              <a:rPr sz="1600" dirty="0" err="1"/>
              <a:t>sedit</a:t>
            </a:r>
            <a:r>
              <a:rPr sz="1600" dirty="0"/>
              <a:t> </a:t>
            </a:r>
            <a:r>
              <a:rPr sz="1600" dirty="0" err="1"/>
              <a:t>aliam</a:t>
            </a:r>
            <a:r>
              <a:rPr sz="1600" dirty="0"/>
              <a:t> </a:t>
            </a:r>
            <a:r>
              <a:rPr sz="1600" dirty="0" err="1"/>
              <a:t>apienda</a:t>
            </a:r>
            <a:r>
              <a:rPr sz="1600" dirty="0"/>
              <a:t> </a:t>
            </a:r>
            <a:r>
              <a:rPr sz="1600" dirty="0" err="1"/>
              <a:t>versper</a:t>
            </a:r>
            <a:r>
              <a:rPr sz="1600" dirty="0"/>
              <a:t> </a:t>
            </a:r>
            <a:r>
              <a:rPr sz="1600" dirty="0" err="1"/>
              <a:t>feriti</a:t>
            </a:r>
            <a:r>
              <a:rPr sz="1600" dirty="0"/>
              <a:t> </a:t>
            </a:r>
            <a:r>
              <a:rPr sz="1600" dirty="0" err="1"/>
              <a:t>delia</a:t>
            </a:r>
            <a:r>
              <a:rPr sz="1600" dirty="0"/>
              <a:t> pa </a:t>
            </a:r>
            <a:r>
              <a:rPr sz="1600" dirty="0" err="1"/>
              <a:t>dolo</a:t>
            </a:r>
            <a:r>
              <a:rPr sz="1600" dirty="0"/>
              <a:t> </a:t>
            </a:r>
            <a:r>
              <a:rPr sz="1600" dirty="0" err="1"/>
              <a:t>quamus</a:t>
            </a:r>
            <a:r>
              <a:rPr sz="1600" dirty="0"/>
              <a:t> arum </a:t>
            </a:r>
            <a:r>
              <a:rPr sz="1600" dirty="0" err="1"/>
              <a:t>es</a:t>
            </a:r>
            <a:r>
              <a:rPr sz="1600" dirty="0"/>
              <a:t> </a:t>
            </a:r>
            <a:r>
              <a:rPr sz="1600" dirty="0" err="1"/>
              <a:t>endellu</a:t>
            </a:r>
            <a:r>
              <a:rPr sz="1600" dirty="0"/>
              <a:t> </a:t>
            </a:r>
            <a:r>
              <a:rPr sz="1600" dirty="0" err="1"/>
              <a:t>pisquia</a:t>
            </a:r>
            <a:r>
              <a:rPr sz="1600" dirty="0"/>
              <a:t> </a:t>
            </a:r>
            <a:r>
              <a:rPr sz="1600" dirty="0" err="1"/>
              <a:t>aditatur</a:t>
            </a:r>
            <a:r>
              <a:rPr sz="1600" dirty="0"/>
              <a:t> </a:t>
            </a:r>
            <a:r>
              <a:rPr sz="1600" dirty="0" err="1"/>
              <a:t>audam</a:t>
            </a:r>
            <a:r>
              <a:rPr sz="1600" dirty="0"/>
              <a:t> </a:t>
            </a:r>
            <a:r>
              <a:rPr sz="1600" dirty="0" err="1"/>
              <a:t>earupid</a:t>
            </a:r>
            <a:r>
              <a:rPr sz="1600" dirty="0"/>
              <a:t> quo </a:t>
            </a:r>
            <a:r>
              <a:rPr sz="1600" dirty="0" err="1"/>
              <a:t>quunt</a:t>
            </a:r>
            <a:r>
              <a:rPr sz="1600" dirty="0"/>
              <a:t> </a:t>
            </a:r>
            <a:r>
              <a:rPr sz="1600" dirty="0" err="1"/>
              <a:t>odigniscil</a:t>
            </a:r>
            <a:r>
              <a:rPr sz="1600" dirty="0"/>
              <a:t> </a:t>
            </a:r>
            <a:r>
              <a:rPr sz="1600" dirty="0" err="1"/>
              <a:t>earum</a:t>
            </a:r>
            <a:r>
              <a:rPr sz="1600" dirty="0"/>
              <a:t> </a:t>
            </a:r>
            <a:r>
              <a:rPr sz="1600" dirty="0" err="1"/>
              <a:t>verios</a:t>
            </a:r>
            <a:r>
              <a:rPr sz="1600" dirty="0"/>
              <a:t> </a:t>
            </a:r>
            <a:r>
              <a:rPr sz="1600" dirty="0" err="1"/>
              <a:t>nonsequam</a:t>
            </a:r>
            <a:r>
              <a:rPr sz="1600" dirty="0"/>
              <a:t> </a:t>
            </a:r>
            <a:r>
              <a:rPr sz="1600" dirty="0" err="1"/>
              <a:t>duciis</a:t>
            </a:r>
            <a:r>
              <a:rPr sz="1600" dirty="0"/>
              <a:t> eta </a:t>
            </a:r>
            <a:r>
              <a:rPr sz="1600" dirty="0" err="1"/>
              <a:t>quibus</a:t>
            </a:r>
            <a:r>
              <a:rPr sz="1600" dirty="0"/>
              <a:t> </a:t>
            </a:r>
            <a:r>
              <a:rPr sz="1600" dirty="0" err="1"/>
              <a:t>dolutatur</a:t>
            </a:r>
            <a:r>
              <a:rPr sz="1600" dirty="0"/>
              <a:t> </a:t>
            </a:r>
            <a:r>
              <a:rPr sz="1600" dirty="0" err="1"/>
              <a:t>sedit</a:t>
            </a:r>
            <a:r>
              <a:rPr sz="1600" dirty="0"/>
              <a:t> </a:t>
            </a:r>
            <a:r>
              <a:rPr sz="1600" dirty="0" err="1"/>
              <a:t>aliam</a:t>
            </a:r>
            <a:r>
              <a:rPr sz="1600" dirty="0"/>
              <a:t> </a:t>
            </a:r>
            <a:r>
              <a:rPr sz="1600" dirty="0" err="1"/>
              <a:t>apienda</a:t>
            </a:r>
            <a:r>
              <a:rPr sz="1600" dirty="0"/>
              <a:t> </a:t>
            </a:r>
            <a:r>
              <a:rPr sz="1600" dirty="0" err="1"/>
              <a:t>versper</a:t>
            </a:r>
            <a:r>
              <a:rPr sz="1600" dirty="0"/>
              <a:t> </a:t>
            </a:r>
            <a:r>
              <a:rPr sz="1600" dirty="0" err="1"/>
              <a:t>feriti</a:t>
            </a:r>
            <a:r>
              <a:rPr sz="1600" dirty="0"/>
              <a:t> </a:t>
            </a:r>
            <a:r>
              <a:rPr sz="1600" dirty="0" err="1"/>
              <a:t>delia</a:t>
            </a:r>
            <a:r>
              <a:rPr sz="1600" dirty="0"/>
              <a:t> pa </a:t>
            </a:r>
            <a:r>
              <a:rPr sz="1600" dirty="0" err="1"/>
              <a:t>dolo</a:t>
            </a:r>
            <a:r>
              <a:rPr sz="1600" dirty="0"/>
              <a:t> </a:t>
            </a:r>
            <a:r>
              <a:rPr sz="1600" dirty="0" err="1"/>
              <a:t>quamus</a:t>
            </a:r>
            <a:r>
              <a:rPr sz="1600" dirty="0"/>
              <a:t> arum </a:t>
            </a:r>
            <a:r>
              <a:rPr sz="1600" dirty="0" err="1"/>
              <a:t>es</a:t>
            </a:r>
            <a:r>
              <a:rPr sz="1600" dirty="0"/>
              <a:t> </a:t>
            </a:r>
            <a:r>
              <a:rPr sz="1600" dirty="0" err="1"/>
              <a:t>endellu</a:t>
            </a:r>
            <a:r>
              <a:rPr sz="1600" dirty="0"/>
              <a:t> </a:t>
            </a:r>
            <a:r>
              <a:rPr sz="1600" dirty="0" err="1"/>
              <a:t>pisquia</a:t>
            </a:r>
            <a:r>
              <a:rPr sz="1600" dirty="0"/>
              <a:t> </a:t>
            </a:r>
            <a:r>
              <a:rPr sz="1600" dirty="0" err="1"/>
              <a:t>aditatur</a:t>
            </a:r>
            <a:endParaRPr sz="1600" dirty="0"/>
          </a:p>
        </p:txBody>
      </p:sp>
      <p:sp>
        <p:nvSpPr>
          <p:cNvPr id="387" name="TextBox 33"/>
          <p:cNvSpPr txBox="1"/>
          <p:nvPr/>
        </p:nvSpPr>
        <p:spPr>
          <a:xfrm>
            <a:off x="493688" y="8341509"/>
            <a:ext cx="6480000" cy="2977120"/>
          </a:xfrm>
          <a:prstGeom prst="rect">
            <a:avLst/>
          </a:prstGeom>
          <a:solidFill>
            <a:srgbClr val="FFFFFF">
              <a:alpha val="80067"/>
            </a:srgbClr>
          </a:solidFill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124" tIns="11124" rIns="11124" bIns="11124">
            <a:spAutoFit/>
          </a:bodyPr>
          <a:lstStyle>
            <a:lvl1pPr>
              <a:defRPr sz="2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just"/>
            <a:r>
              <a:rPr sz="1600" dirty="0"/>
              <a:t>Ga. </a:t>
            </a:r>
            <a:r>
              <a:rPr sz="1600" dirty="0" err="1"/>
              <a:t>Oviduntusam</a:t>
            </a:r>
            <a:r>
              <a:rPr sz="1600" dirty="0"/>
              <a:t> </a:t>
            </a:r>
            <a:r>
              <a:rPr sz="1600" dirty="0" err="1"/>
              <a:t>exerum</a:t>
            </a:r>
            <a:r>
              <a:rPr sz="1600" dirty="0"/>
              <a:t> </a:t>
            </a:r>
            <a:r>
              <a:rPr sz="1600" dirty="0" err="1"/>
              <a:t>fugitat</a:t>
            </a:r>
            <a:r>
              <a:rPr sz="1600" dirty="0"/>
              <a:t> </a:t>
            </a:r>
            <a:r>
              <a:rPr sz="1600" dirty="0" err="1"/>
              <a:t>quae</a:t>
            </a:r>
            <a:r>
              <a:rPr sz="1600" dirty="0"/>
              <a:t>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exersperum</a:t>
            </a:r>
            <a:r>
              <a:rPr sz="1600" dirty="0"/>
              <a:t> qui </a:t>
            </a:r>
            <a:r>
              <a:rPr sz="1600" dirty="0" err="1"/>
              <a:t>corum</a:t>
            </a:r>
            <a:r>
              <a:rPr sz="1600" dirty="0"/>
              <a:t> </a:t>
            </a:r>
            <a:r>
              <a:rPr sz="1600" dirty="0" err="1"/>
              <a:t>sam</a:t>
            </a:r>
            <a:r>
              <a:rPr sz="1600" dirty="0"/>
              <a:t> </a:t>
            </a:r>
            <a:r>
              <a:rPr sz="1600" dirty="0" err="1"/>
              <a:t>sitas</a:t>
            </a:r>
            <a:r>
              <a:rPr sz="1600" dirty="0"/>
              <a:t> que </a:t>
            </a:r>
            <a:r>
              <a:rPr sz="1600" dirty="0" err="1"/>
              <a:t>officiat</a:t>
            </a:r>
            <a:r>
              <a:rPr sz="1600" dirty="0"/>
              <a:t> am </a:t>
            </a:r>
            <a:r>
              <a:rPr sz="1600" dirty="0" err="1"/>
              <a:t>el</a:t>
            </a:r>
            <a:r>
              <a:rPr sz="1600" dirty="0"/>
              <a:t> </a:t>
            </a:r>
            <a:r>
              <a:rPr sz="1600" dirty="0" err="1"/>
              <a:t>inust</a:t>
            </a:r>
            <a:r>
              <a:rPr sz="1600" dirty="0"/>
              <a:t> </a:t>
            </a:r>
            <a:r>
              <a:rPr sz="1600" dirty="0" err="1"/>
              <a:t>dunt</a:t>
            </a:r>
            <a:r>
              <a:rPr sz="1600" dirty="0"/>
              <a:t> mint </a:t>
            </a:r>
            <a:r>
              <a:rPr sz="1600" dirty="0" err="1"/>
              <a:t>ut</a:t>
            </a:r>
            <a:r>
              <a:rPr sz="1600" dirty="0"/>
              <a:t> vel il </a:t>
            </a:r>
            <a:r>
              <a:rPr sz="1600" dirty="0" err="1"/>
              <a:t>mintis</a:t>
            </a:r>
            <a:r>
              <a:rPr sz="1600" dirty="0"/>
              <a:t> es vel maxim </a:t>
            </a:r>
            <a:r>
              <a:rPr sz="1600" dirty="0" err="1"/>
              <a:t>dolupiet</a:t>
            </a:r>
            <a:r>
              <a:rPr sz="1600" dirty="0"/>
              <a:t>, </a:t>
            </a:r>
            <a:r>
              <a:rPr sz="1600" dirty="0" err="1"/>
              <a:t>aut</a:t>
            </a:r>
            <a:r>
              <a:rPr sz="1600" dirty="0"/>
              <a:t> </a:t>
            </a:r>
            <a:r>
              <a:rPr sz="1600" dirty="0" err="1"/>
              <a:t>quatur</a:t>
            </a:r>
            <a:r>
              <a:rPr sz="1600" dirty="0"/>
              <a:t> </a:t>
            </a:r>
            <a:r>
              <a:rPr sz="1600" dirty="0" err="1"/>
              <a:t>aborem</a:t>
            </a:r>
            <a:r>
              <a:rPr sz="1600" dirty="0"/>
              <a:t> </a:t>
            </a:r>
            <a:r>
              <a:rPr sz="1600" dirty="0" err="1"/>
              <a:t>quiae</a:t>
            </a:r>
            <a:r>
              <a:rPr sz="1600" dirty="0"/>
              <a:t> </a:t>
            </a:r>
            <a:r>
              <a:rPr sz="1600" dirty="0" err="1"/>
              <a:t>explitatur</a:t>
            </a:r>
            <a:r>
              <a:rPr sz="1600" dirty="0"/>
              <a:t> sum </a:t>
            </a:r>
            <a:r>
              <a:rPr sz="1600" dirty="0" err="1"/>
              <a:t>venihit</a:t>
            </a:r>
            <a:r>
              <a:rPr sz="1600" dirty="0"/>
              <a:t> quo con </a:t>
            </a:r>
            <a:r>
              <a:rPr sz="1600" dirty="0" err="1"/>
              <a:t>cusda</a:t>
            </a:r>
            <a:r>
              <a:rPr sz="1600" dirty="0"/>
              <a:t> </a:t>
            </a:r>
            <a:r>
              <a:rPr sz="1600" dirty="0" err="1"/>
              <a:t>volorum</a:t>
            </a:r>
            <a:r>
              <a:rPr sz="1600" dirty="0"/>
              <a:t> </a:t>
            </a:r>
            <a:r>
              <a:rPr sz="1600" dirty="0" err="1"/>
              <a:t>quia</a:t>
            </a:r>
            <a:r>
              <a:rPr sz="1600" dirty="0"/>
              <a:t> qui </a:t>
            </a:r>
            <a:r>
              <a:rPr sz="1600" dirty="0" err="1"/>
              <a:t>conessunt</a:t>
            </a:r>
            <a:r>
              <a:rPr sz="1600" dirty="0"/>
              <a:t> vel </a:t>
            </a:r>
            <a:r>
              <a:rPr sz="1600" dirty="0" err="1"/>
              <a:t>etur</a:t>
            </a:r>
            <a:r>
              <a:rPr sz="1600" dirty="0"/>
              <a:t>? </a:t>
            </a:r>
            <a:r>
              <a:rPr sz="1600" dirty="0" err="1"/>
              <a:t>Quis</a:t>
            </a:r>
            <a:r>
              <a:rPr sz="1600" dirty="0"/>
              <a:t> </a:t>
            </a:r>
            <a:r>
              <a:rPr sz="1600" dirty="0" err="1"/>
              <a:t>nullitae</a:t>
            </a:r>
            <a:r>
              <a:rPr sz="1600" dirty="0"/>
              <a:t> </a:t>
            </a:r>
            <a:r>
              <a:rPr sz="1600" dirty="0" err="1"/>
              <a:t>porunto</a:t>
            </a:r>
            <a:r>
              <a:rPr sz="1600" dirty="0"/>
              <a:t> mod </a:t>
            </a:r>
            <a:r>
              <a:rPr sz="1600" dirty="0" err="1"/>
              <a:t>maiorio</a:t>
            </a:r>
            <a:r>
              <a:rPr sz="1600" dirty="0"/>
              <a:t> ex es </a:t>
            </a:r>
            <a:r>
              <a:rPr sz="1600" dirty="0" err="1"/>
              <a:t>dolupis</a:t>
            </a:r>
            <a:r>
              <a:rPr sz="1600" dirty="0"/>
              <a:t> </a:t>
            </a:r>
            <a:r>
              <a:rPr sz="1600" dirty="0" err="1"/>
              <a:t>eum</a:t>
            </a:r>
            <a:endParaRPr lang="en-GB" sz="1600" dirty="0"/>
          </a:p>
          <a:p>
            <a:pPr algn="just"/>
            <a:endParaRPr lang="en-GB" sz="1600" dirty="0"/>
          </a:p>
          <a:p>
            <a:pPr algn="just"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lang="en-GB" sz="1600" dirty="0" err="1"/>
              <a:t>Ugiatempore</a:t>
            </a:r>
            <a:r>
              <a:rPr lang="en-GB" sz="1600" dirty="0"/>
              <a:t> </a:t>
            </a:r>
            <a:r>
              <a:rPr lang="en-GB" sz="1600" dirty="0" err="1"/>
              <a:t>evenis</a:t>
            </a:r>
            <a:r>
              <a:rPr lang="en-GB" sz="1600" dirty="0"/>
              <a:t> </a:t>
            </a:r>
            <a:r>
              <a:rPr lang="en-GB" sz="1600" dirty="0" err="1"/>
              <a:t>rae</a:t>
            </a:r>
            <a:r>
              <a:rPr lang="en-GB" sz="1600" dirty="0"/>
              <a:t> </a:t>
            </a:r>
            <a:r>
              <a:rPr lang="en-GB" sz="1600" dirty="0" err="1"/>
              <a:t>doluptatum</a:t>
            </a:r>
            <a:r>
              <a:rPr lang="en-GB" sz="1600" dirty="0"/>
              <a:t> </a:t>
            </a:r>
            <a:r>
              <a:rPr lang="en-GB" sz="1600" dirty="0" err="1"/>
              <a:t>fugiam</a:t>
            </a:r>
            <a:r>
              <a:rPr lang="en-GB" sz="1600" dirty="0"/>
              <a:t> </a:t>
            </a:r>
            <a:r>
              <a:rPr lang="en-GB" sz="1600" dirty="0" err="1"/>
              <a:t>earchitiam</a:t>
            </a:r>
            <a:r>
              <a:rPr lang="en-GB" sz="1600" dirty="0"/>
              <a:t> </a:t>
            </a:r>
            <a:r>
              <a:rPr lang="en-GB" sz="1600" dirty="0" err="1"/>
              <a:t>dit</a:t>
            </a:r>
            <a:r>
              <a:rPr lang="en-GB" sz="1600" dirty="0"/>
              <a:t>, </a:t>
            </a:r>
            <a:r>
              <a:rPr lang="en-GB" sz="1600" dirty="0" err="1"/>
              <a:t>tempe</a:t>
            </a:r>
            <a:r>
              <a:rPr lang="en-GB" sz="1600" dirty="0"/>
              <a:t> </a:t>
            </a:r>
            <a:r>
              <a:rPr lang="en-GB" sz="1600" dirty="0" err="1"/>
              <a:t>susdam</a:t>
            </a:r>
            <a:r>
              <a:rPr lang="en-GB" sz="1600" dirty="0"/>
              <a:t> qui </a:t>
            </a:r>
            <a:r>
              <a:rPr lang="en-GB" sz="1600" dirty="0" err="1"/>
              <a:t>asimin</a:t>
            </a:r>
            <a:r>
              <a:rPr lang="en-GB" sz="1600" dirty="0"/>
              <a:t> et </a:t>
            </a:r>
            <a:r>
              <a:rPr lang="en-GB" sz="1600" dirty="0" err="1"/>
              <a:t>quissequam</a:t>
            </a:r>
            <a:r>
              <a:rPr lang="en-GB" sz="1600" dirty="0"/>
              <a:t> la </a:t>
            </a:r>
            <a:r>
              <a:rPr lang="en-GB" sz="1600" dirty="0" err="1"/>
              <a:t>ni</a:t>
            </a:r>
            <a:r>
              <a:rPr lang="en-GB" sz="1600" dirty="0"/>
              <a:t> </a:t>
            </a:r>
            <a:r>
              <a:rPr lang="en-GB" sz="1600" dirty="0" err="1"/>
              <a:t>ipsunt</a:t>
            </a:r>
            <a:r>
              <a:rPr lang="en-GB" sz="1600" dirty="0"/>
              <a:t>.</a:t>
            </a:r>
          </a:p>
          <a:p>
            <a:pPr algn="just">
              <a:defRPr sz="2400">
                <a:latin typeface="Arial"/>
                <a:ea typeface="Arial"/>
                <a:cs typeface="Arial"/>
                <a:sym typeface="Arial"/>
              </a:defRPr>
            </a:pPr>
            <a:r>
              <a:rPr lang="en-GB" sz="1600" dirty="0" err="1"/>
              <a:t>Ditat</a:t>
            </a:r>
            <a:r>
              <a:rPr lang="en-GB" sz="1600" dirty="0"/>
              <a:t> que a </a:t>
            </a:r>
            <a:r>
              <a:rPr lang="en-GB" sz="1600" dirty="0" err="1"/>
              <a:t>quibus</a:t>
            </a:r>
            <a:r>
              <a:rPr lang="en-GB" sz="1600" dirty="0"/>
              <a:t> </a:t>
            </a:r>
            <a:r>
              <a:rPr lang="en-GB" sz="1600" dirty="0" err="1"/>
              <a:t>dolutatur</a:t>
            </a:r>
            <a:r>
              <a:rPr lang="en-GB" sz="1600" dirty="0"/>
              <a:t> </a:t>
            </a:r>
            <a:r>
              <a:rPr lang="en-GB" sz="1600" dirty="0" err="1"/>
              <a:t>sedit</a:t>
            </a:r>
            <a:r>
              <a:rPr lang="en-GB" sz="1600" dirty="0"/>
              <a:t> </a:t>
            </a:r>
            <a:r>
              <a:rPr lang="en-GB" sz="1600" dirty="0" err="1"/>
              <a:t>aliam</a:t>
            </a:r>
            <a:r>
              <a:rPr lang="en-GB" sz="1600" dirty="0"/>
              <a:t> </a:t>
            </a:r>
            <a:r>
              <a:rPr lang="en-GB" sz="1600" dirty="0" err="1"/>
              <a:t>apienda</a:t>
            </a:r>
            <a:r>
              <a:rPr lang="en-GB" sz="1600" dirty="0"/>
              <a:t> </a:t>
            </a:r>
            <a:r>
              <a:rPr lang="en-GB" sz="1600" dirty="0" err="1"/>
              <a:t>versper</a:t>
            </a:r>
            <a:r>
              <a:rPr lang="en-GB" sz="1600" dirty="0"/>
              <a:t> </a:t>
            </a:r>
            <a:r>
              <a:rPr lang="en-GB" sz="1600" dirty="0" err="1"/>
              <a:t>feriti</a:t>
            </a:r>
            <a:r>
              <a:rPr lang="en-GB" sz="1600" dirty="0"/>
              <a:t> </a:t>
            </a:r>
            <a:r>
              <a:rPr lang="en-GB" sz="1600" dirty="0" err="1"/>
              <a:t>delia</a:t>
            </a:r>
            <a:r>
              <a:rPr lang="en-GB" sz="1600" dirty="0"/>
              <a:t> pa </a:t>
            </a:r>
            <a:r>
              <a:rPr lang="en-GB" sz="1600" dirty="0" err="1"/>
              <a:t>dolo</a:t>
            </a:r>
            <a:r>
              <a:rPr lang="en-GB" sz="1600" dirty="0"/>
              <a:t> </a:t>
            </a:r>
            <a:r>
              <a:rPr lang="en-GB" sz="1600" dirty="0" err="1"/>
              <a:t>quamus</a:t>
            </a:r>
            <a:r>
              <a:rPr lang="en-GB" sz="1600" dirty="0"/>
              <a:t> arum es </a:t>
            </a:r>
            <a:r>
              <a:rPr lang="en-GB" sz="1600" dirty="0" err="1"/>
              <a:t>endellu</a:t>
            </a:r>
            <a:r>
              <a:rPr lang="en-GB" sz="1600" dirty="0"/>
              <a:t> </a:t>
            </a:r>
            <a:r>
              <a:rPr lang="en-GB" sz="1600" dirty="0" err="1"/>
              <a:t>pisquia</a:t>
            </a:r>
            <a:r>
              <a:rPr lang="en-GB" sz="1600" dirty="0"/>
              <a:t> </a:t>
            </a:r>
            <a:r>
              <a:rPr lang="en-GB" sz="1600" dirty="0" err="1"/>
              <a:t>aditatur</a:t>
            </a:r>
            <a:r>
              <a:rPr lang="en-GB" sz="1600" dirty="0"/>
              <a:t> </a:t>
            </a:r>
            <a:r>
              <a:rPr lang="en-GB" sz="1600" dirty="0" err="1"/>
              <a:t>audam</a:t>
            </a:r>
            <a:r>
              <a:rPr lang="en-GB" sz="1600" dirty="0"/>
              <a:t> </a:t>
            </a:r>
            <a:r>
              <a:rPr lang="en-GB" sz="1600" dirty="0" err="1"/>
              <a:t>earupid</a:t>
            </a:r>
            <a:r>
              <a:rPr lang="en-GB" sz="1600" dirty="0"/>
              <a:t> quo </a:t>
            </a:r>
            <a:r>
              <a:rPr lang="en-GB" sz="1600" dirty="0" err="1"/>
              <a:t>quunt</a:t>
            </a:r>
            <a:r>
              <a:rPr lang="en-GB" sz="1600" dirty="0"/>
              <a:t> </a:t>
            </a:r>
            <a:r>
              <a:rPr lang="en-GB" sz="1600" dirty="0" err="1"/>
              <a:t>odigniscil</a:t>
            </a:r>
            <a:r>
              <a:rPr lang="en-GB" sz="1600" dirty="0"/>
              <a:t> </a:t>
            </a:r>
            <a:r>
              <a:rPr lang="en-GB" sz="1600" dirty="0" err="1"/>
              <a:t>earum</a:t>
            </a:r>
            <a:r>
              <a:rPr lang="en-GB" sz="1600" dirty="0"/>
              <a:t> </a:t>
            </a:r>
            <a:r>
              <a:rPr lang="en-GB" sz="1600" dirty="0" err="1"/>
              <a:t>verios</a:t>
            </a:r>
            <a:r>
              <a:rPr lang="en-GB" sz="1600" dirty="0"/>
              <a:t> </a:t>
            </a:r>
            <a:r>
              <a:rPr lang="en-GB" sz="1600" dirty="0" err="1"/>
              <a:t>nonsequam</a:t>
            </a:r>
            <a:r>
              <a:rPr lang="en-GB" sz="1600" dirty="0"/>
              <a:t> </a:t>
            </a:r>
            <a:r>
              <a:rPr lang="en-GB" sz="1600" dirty="0" err="1"/>
              <a:t>duciis</a:t>
            </a:r>
            <a:r>
              <a:rPr lang="en-GB" sz="1600" dirty="0"/>
              <a:t> et</a:t>
            </a:r>
          </a:p>
          <a:p>
            <a:pPr algn="just"/>
            <a:endParaRPr sz="1600" dirty="0"/>
          </a:p>
        </p:txBody>
      </p:sp>
      <p:sp>
        <p:nvSpPr>
          <p:cNvPr id="389" name="TextBox 35"/>
          <p:cNvSpPr txBox="1"/>
          <p:nvPr/>
        </p:nvSpPr>
        <p:spPr>
          <a:xfrm>
            <a:off x="7440748" y="5550669"/>
            <a:ext cx="6480000" cy="1499793"/>
          </a:xfrm>
          <a:prstGeom prst="rect">
            <a:avLst/>
          </a:prstGeom>
          <a:solidFill>
            <a:srgbClr val="FFFFFF">
              <a:alpha val="80067"/>
            </a:srgbClr>
          </a:solidFill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1124" tIns="11124" rIns="11124" bIns="11124">
            <a:spAutoFit/>
          </a:bodyPr>
          <a:lstStyle>
            <a:lvl1pPr>
              <a:defRPr sz="2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just"/>
            <a:r>
              <a:rPr sz="1600" dirty="0"/>
              <a:t>As </a:t>
            </a:r>
            <a:r>
              <a:rPr sz="1600" dirty="0" err="1"/>
              <a:t>verepe</a:t>
            </a:r>
            <a:r>
              <a:rPr sz="1600" dirty="0"/>
              <a:t> </a:t>
            </a:r>
            <a:r>
              <a:rPr sz="1600" dirty="0" err="1"/>
              <a:t>sectis</a:t>
            </a:r>
            <a:r>
              <a:rPr sz="1600" dirty="0"/>
              <a:t> </a:t>
            </a:r>
            <a:r>
              <a:rPr sz="1600" dirty="0" err="1"/>
              <a:t>enda</a:t>
            </a:r>
            <a:r>
              <a:rPr sz="1600" dirty="0"/>
              <a:t> di </a:t>
            </a:r>
            <a:r>
              <a:rPr sz="1600" dirty="0" err="1"/>
              <a:t>incto</a:t>
            </a:r>
            <a:r>
              <a:rPr sz="1600" dirty="0"/>
              <a:t> </a:t>
            </a:r>
            <a:r>
              <a:rPr sz="1600" dirty="0" err="1"/>
              <a:t>etusda</a:t>
            </a:r>
            <a:r>
              <a:rPr sz="1600" dirty="0"/>
              <a:t> </a:t>
            </a:r>
            <a:r>
              <a:rPr sz="1600" dirty="0" err="1"/>
              <a:t>delectet</a:t>
            </a:r>
            <a:r>
              <a:rPr sz="1600" dirty="0"/>
              <a:t> </a:t>
            </a:r>
            <a:r>
              <a:rPr sz="1600" dirty="0" err="1"/>
              <a:t>eaque</a:t>
            </a:r>
            <a:r>
              <a:rPr sz="1600" dirty="0"/>
              <a:t> </a:t>
            </a:r>
            <a:r>
              <a:rPr sz="1600" dirty="0" err="1"/>
              <a:t>simusda</a:t>
            </a:r>
            <a:r>
              <a:rPr sz="1600" dirty="0"/>
              <a:t> </a:t>
            </a:r>
            <a:r>
              <a:rPr sz="1600" dirty="0" err="1"/>
              <a:t>ndanimus</a:t>
            </a:r>
            <a:r>
              <a:rPr sz="1600" dirty="0"/>
              <a:t>, sin </a:t>
            </a:r>
            <a:r>
              <a:rPr sz="1600" dirty="0" err="1"/>
              <a:t>cori</a:t>
            </a:r>
            <a:r>
              <a:rPr sz="1600" dirty="0"/>
              <a:t> rem id </a:t>
            </a:r>
            <a:r>
              <a:rPr sz="1600" dirty="0" err="1"/>
              <a:t>maximillut</a:t>
            </a:r>
            <a:r>
              <a:rPr sz="1600" dirty="0"/>
              <a:t> </a:t>
            </a:r>
            <a:r>
              <a:rPr sz="1600" dirty="0" err="1"/>
              <a:t>hari</a:t>
            </a:r>
            <a:r>
              <a:rPr sz="1600" dirty="0"/>
              <a:t> con </a:t>
            </a:r>
            <a:r>
              <a:rPr sz="1600" dirty="0" err="1"/>
              <a:t>ea</a:t>
            </a:r>
            <a:r>
              <a:rPr sz="1600" dirty="0"/>
              <a:t> </a:t>
            </a:r>
            <a:r>
              <a:rPr sz="1600" dirty="0" err="1"/>
              <a:t>quiam</a:t>
            </a:r>
            <a:r>
              <a:rPr sz="1600" dirty="0"/>
              <a:t> </a:t>
            </a:r>
            <a:r>
              <a:rPr sz="1600" dirty="0" err="1"/>
              <a:t>quam</a:t>
            </a:r>
            <a:r>
              <a:rPr sz="1600" dirty="0"/>
              <a:t> et </a:t>
            </a:r>
            <a:r>
              <a:rPr sz="1600" dirty="0" err="1"/>
              <a:t>enduci</a:t>
            </a:r>
            <a:r>
              <a:rPr sz="1600" dirty="0"/>
              <a:t> </a:t>
            </a:r>
            <a:r>
              <a:rPr sz="1600" dirty="0" err="1"/>
              <a:t>idunt</a:t>
            </a:r>
            <a:r>
              <a:rPr sz="1600" dirty="0"/>
              <a:t>, </a:t>
            </a:r>
            <a:r>
              <a:rPr sz="1600" dirty="0" err="1"/>
              <a:t>corecta</a:t>
            </a:r>
            <a:r>
              <a:rPr sz="1600" dirty="0"/>
              <a:t> </a:t>
            </a:r>
            <a:r>
              <a:rPr sz="1600" dirty="0" err="1"/>
              <a:t>alicimp</a:t>
            </a:r>
            <a:r>
              <a:rPr sz="1600" dirty="0"/>
              <a:t> </a:t>
            </a:r>
            <a:r>
              <a:rPr sz="1600" dirty="0" err="1"/>
              <a:t>oriaeperum</a:t>
            </a:r>
            <a:r>
              <a:rPr sz="1600" dirty="0"/>
              <a:t> </a:t>
            </a:r>
            <a:r>
              <a:rPr sz="1600" dirty="0" err="1"/>
              <a:t>iusaeped</a:t>
            </a:r>
            <a:r>
              <a:rPr sz="1600" dirty="0"/>
              <a:t> </a:t>
            </a:r>
            <a:r>
              <a:rPr sz="1600" dirty="0" err="1"/>
              <a:t>unt</a:t>
            </a:r>
            <a:r>
              <a:rPr sz="1600" dirty="0"/>
              <a:t> </a:t>
            </a:r>
            <a:r>
              <a:rPr sz="1600" dirty="0" err="1"/>
              <a:t>quis</a:t>
            </a:r>
            <a:r>
              <a:rPr sz="1600" dirty="0"/>
              <a:t> et </a:t>
            </a:r>
            <a:r>
              <a:rPr sz="1600" dirty="0" err="1"/>
              <a:t>ut</a:t>
            </a:r>
            <a:r>
              <a:rPr sz="1600" dirty="0"/>
              <a:t> </a:t>
            </a:r>
            <a:r>
              <a:rPr sz="1600" dirty="0" err="1"/>
              <a:t>abor</a:t>
            </a:r>
            <a:r>
              <a:rPr sz="1600" dirty="0"/>
              <a:t> </a:t>
            </a:r>
            <a:r>
              <a:rPr sz="1600" dirty="0" err="1"/>
              <a:t>ame</a:t>
            </a:r>
            <a:r>
              <a:rPr sz="1600" dirty="0"/>
              <a:t> </a:t>
            </a:r>
            <a:r>
              <a:rPr sz="1600" dirty="0" err="1"/>
              <a:t>alis</a:t>
            </a:r>
            <a:r>
              <a:rPr sz="1600" dirty="0"/>
              <a:t> </a:t>
            </a:r>
            <a:r>
              <a:rPr sz="1600" dirty="0" err="1"/>
              <a:t>utatur</a:t>
            </a:r>
            <a:r>
              <a:rPr sz="1600" dirty="0"/>
              <a:t> as senet a </a:t>
            </a:r>
            <a:r>
              <a:rPr sz="1600" dirty="0" err="1"/>
              <a:t>quibus</a:t>
            </a:r>
            <a:r>
              <a:rPr sz="1600" dirty="0"/>
              <a:t> </a:t>
            </a:r>
            <a:r>
              <a:rPr sz="1600" dirty="0" err="1"/>
              <a:t>dolutatur</a:t>
            </a:r>
            <a:r>
              <a:rPr sz="1600" dirty="0"/>
              <a:t> </a:t>
            </a:r>
            <a:r>
              <a:rPr sz="1600" dirty="0" err="1"/>
              <a:t>sedit</a:t>
            </a:r>
            <a:r>
              <a:rPr sz="1600" dirty="0"/>
              <a:t> </a:t>
            </a:r>
            <a:r>
              <a:rPr sz="1600" dirty="0" err="1"/>
              <a:t>aliam</a:t>
            </a:r>
            <a:r>
              <a:rPr sz="1600" dirty="0"/>
              <a:t> </a:t>
            </a:r>
            <a:r>
              <a:rPr sz="1600" dirty="0" err="1"/>
              <a:t>apienda</a:t>
            </a:r>
            <a:r>
              <a:rPr sz="1600" dirty="0"/>
              <a:t> </a:t>
            </a:r>
            <a:r>
              <a:rPr sz="1600" dirty="0" err="1"/>
              <a:t>versper</a:t>
            </a:r>
            <a:r>
              <a:rPr sz="1600" dirty="0"/>
              <a:t> </a:t>
            </a:r>
            <a:r>
              <a:rPr sz="1600" dirty="0" err="1"/>
              <a:t>feriti</a:t>
            </a:r>
            <a:r>
              <a:rPr sz="1600" dirty="0"/>
              <a:t> </a:t>
            </a:r>
            <a:r>
              <a:rPr sz="1600" dirty="0" err="1"/>
              <a:t>delia</a:t>
            </a:r>
            <a:r>
              <a:rPr sz="1600" dirty="0"/>
              <a:t> pa </a:t>
            </a:r>
            <a:r>
              <a:rPr sz="1600" dirty="0" err="1"/>
              <a:t>dolo</a:t>
            </a:r>
            <a:r>
              <a:rPr sz="1600" dirty="0"/>
              <a:t> </a:t>
            </a:r>
            <a:r>
              <a:rPr sz="1600" dirty="0" err="1"/>
              <a:t>quamus</a:t>
            </a:r>
            <a:r>
              <a:rPr sz="1600" dirty="0"/>
              <a:t> arum es </a:t>
            </a:r>
            <a:r>
              <a:rPr sz="1600" dirty="0" err="1"/>
              <a:t>endellu</a:t>
            </a:r>
            <a:r>
              <a:rPr sz="1600" dirty="0"/>
              <a:t> </a:t>
            </a:r>
            <a:r>
              <a:rPr sz="1600" dirty="0" err="1"/>
              <a:t>pisquia</a:t>
            </a:r>
            <a:r>
              <a:rPr sz="1600" dirty="0"/>
              <a:t> </a:t>
            </a:r>
            <a:r>
              <a:rPr sz="1600" dirty="0" err="1"/>
              <a:t>aditatur</a:t>
            </a:r>
            <a:r>
              <a:rPr sz="1600" dirty="0"/>
              <a:t> </a:t>
            </a:r>
            <a:r>
              <a:rPr sz="1600" dirty="0" err="1"/>
              <a:t>audam</a:t>
            </a:r>
            <a:r>
              <a:rPr sz="1600" dirty="0"/>
              <a:t> </a:t>
            </a:r>
            <a:r>
              <a:rPr sz="1600" dirty="0" err="1"/>
              <a:t>earupid</a:t>
            </a:r>
            <a:r>
              <a:rPr sz="1600" dirty="0"/>
              <a:t> quo </a:t>
            </a:r>
            <a:r>
              <a:rPr sz="1600" dirty="0" err="1"/>
              <a:t>quunt</a:t>
            </a:r>
            <a:r>
              <a:rPr sz="1600" dirty="0"/>
              <a:t> </a:t>
            </a:r>
            <a:r>
              <a:rPr sz="1600" dirty="0" err="1"/>
              <a:t>odigniscil</a:t>
            </a:r>
            <a:r>
              <a:rPr sz="1600" dirty="0"/>
              <a:t> </a:t>
            </a:r>
            <a:r>
              <a:rPr sz="1600" dirty="0" err="1"/>
              <a:t>earum</a:t>
            </a:r>
            <a:r>
              <a:rPr sz="1600" dirty="0"/>
              <a:t> </a:t>
            </a:r>
            <a:r>
              <a:rPr sz="1600" dirty="0" err="1"/>
              <a:t>verios</a:t>
            </a:r>
            <a:r>
              <a:rPr sz="1600" dirty="0"/>
              <a:t> </a:t>
            </a:r>
            <a:r>
              <a:rPr sz="1600" dirty="0" err="1"/>
              <a:t>nonsequam</a:t>
            </a:r>
            <a:r>
              <a:rPr sz="1600" dirty="0"/>
              <a:t> </a:t>
            </a:r>
            <a:r>
              <a:rPr sz="1600" dirty="0" err="1"/>
              <a:t>duciis</a:t>
            </a:r>
            <a:r>
              <a:rPr sz="1600" dirty="0"/>
              <a:t> et</a:t>
            </a:r>
          </a:p>
        </p:txBody>
      </p:sp>
      <p:grpSp>
        <p:nvGrpSpPr>
          <p:cNvPr id="392" name="Rectangle 36"/>
          <p:cNvGrpSpPr/>
          <p:nvPr/>
        </p:nvGrpSpPr>
        <p:grpSpPr>
          <a:xfrm>
            <a:off x="7460750" y="4583809"/>
            <a:ext cx="2880000" cy="824072"/>
            <a:chOff x="-1" y="-1"/>
            <a:chExt cx="2956498" cy="1650218"/>
          </a:xfrm>
        </p:grpSpPr>
        <p:sp>
          <p:nvSpPr>
            <p:cNvPr id="390" name="Rectangle"/>
            <p:cNvSpPr/>
            <p:nvPr/>
          </p:nvSpPr>
          <p:spPr>
            <a:xfrm>
              <a:off x="-1" y="-1"/>
              <a:ext cx="2956498" cy="1650218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11124" tIns="11124" rIns="11124" bIns="11124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3296"/>
            </a:p>
          </p:txBody>
        </p:sp>
        <p:sp>
          <p:nvSpPr>
            <p:cNvPr id="391" name="figures"/>
            <p:cNvSpPr txBox="1"/>
            <p:nvPr/>
          </p:nvSpPr>
          <p:spPr>
            <a:xfrm>
              <a:off x="-1" y="387043"/>
              <a:ext cx="2956498" cy="87613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1124" tIns="11124" rIns="11124" bIns="11124" numCol="1" anchor="ctr">
              <a:spAutoFit/>
            </a:bodyPr>
            <a:lstStyle>
              <a:lvl1pPr algn="ctr">
                <a:defRPr sz="5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697"/>
                <a:t>figures</a:t>
              </a:r>
            </a:p>
          </p:txBody>
        </p:sp>
      </p:grpSp>
      <p:grpSp>
        <p:nvGrpSpPr>
          <p:cNvPr id="395" name="Rectangle 37"/>
          <p:cNvGrpSpPr/>
          <p:nvPr/>
        </p:nvGrpSpPr>
        <p:grpSpPr>
          <a:xfrm>
            <a:off x="7440747" y="7190419"/>
            <a:ext cx="6480000" cy="1266277"/>
            <a:chOff x="0" y="-1"/>
            <a:chExt cx="6364677" cy="2535742"/>
          </a:xfrm>
        </p:grpSpPr>
        <p:sp>
          <p:nvSpPr>
            <p:cNvPr id="393" name="Rectangle"/>
            <p:cNvSpPr/>
            <p:nvPr/>
          </p:nvSpPr>
          <p:spPr>
            <a:xfrm>
              <a:off x="0" y="-1"/>
              <a:ext cx="6364677" cy="2535742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11124" tIns="11124" rIns="11124" bIns="11124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3296"/>
            </a:p>
          </p:txBody>
        </p:sp>
        <p:sp>
          <p:nvSpPr>
            <p:cNvPr id="394" name="figures"/>
            <p:cNvSpPr txBox="1"/>
            <p:nvPr/>
          </p:nvSpPr>
          <p:spPr>
            <a:xfrm>
              <a:off x="0" y="829806"/>
              <a:ext cx="6364677" cy="87613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1124" tIns="11124" rIns="11124" bIns="11124" numCol="1" anchor="ctr">
              <a:spAutoFit/>
            </a:bodyPr>
            <a:lstStyle>
              <a:lvl1pPr algn="ctr">
                <a:defRPr sz="5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697"/>
                <a:t>figures</a:t>
              </a:r>
            </a:p>
          </p:txBody>
        </p:sp>
      </p:grpSp>
      <p:sp>
        <p:nvSpPr>
          <p:cNvPr id="396" name="TextBox 38"/>
          <p:cNvSpPr txBox="1"/>
          <p:nvPr/>
        </p:nvSpPr>
        <p:spPr>
          <a:xfrm>
            <a:off x="7460750" y="8652933"/>
            <a:ext cx="6480000" cy="1992235"/>
          </a:xfrm>
          <a:prstGeom prst="rect">
            <a:avLst/>
          </a:prstGeom>
          <a:solidFill>
            <a:srgbClr val="FFFFFF">
              <a:alpha val="80067"/>
            </a:srgbClr>
          </a:solidFill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1124" tIns="11124" rIns="11124" bIns="11124">
            <a:spAutoFit/>
          </a:bodyPr>
          <a:lstStyle>
            <a:lvl1pPr>
              <a:defRPr sz="2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just"/>
            <a:r>
              <a:rPr sz="1600" dirty="0"/>
              <a:t>As </a:t>
            </a:r>
            <a:r>
              <a:rPr sz="1600" dirty="0" err="1"/>
              <a:t>verepe</a:t>
            </a:r>
            <a:r>
              <a:rPr sz="1600" dirty="0"/>
              <a:t> </a:t>
            </a:r>
            <a:r>
              <a:rPr sz="1600" dirty="0" err="1"/>
              <a:t>sectis</a:t>
            </a:r>
            <a:r>
              <a:rPr sz="1600" dirty="0"/>
              <a:t> </a:t>
            </a:r>
            <a:r>
              <a:rPr sz="1600" dirty="0" err="1"/>
              <a:t>enda</a:t>
            </a:r>
            <a:r>
              <a:rPr sz="1600" dirty="0"/>
              <a:t> di </a:t>
            </a:r>
            <a:r>
              <a:rPr sz="1600" dirty="0" err="1"/>
              <a:t>incto</a:t>
            </a:r>
            <a:r>
              <a:rPr sz="1600" dirty="0"/>
              <a:t> </a:t>
            </a:r>
            <a:r>
              <a:rPr sz="1600" dirty="0" err="1"/>
              <a:t>etusda</a:t>
            </a:r>
            <a:r>
              <a:rPr sz="1600" dirty="0"/>
              <a:t> </a:t>
            </a:r>
            <a:r>
              <a:rPr sz="1600" dirty="0" err="1"/>
              <a:t>delectet</a:t>
            </a:r>
            <a:r>
              <a:rPr sz="1600" dirty="0"/>
              <a:t> </a:t>
            </a:r>
            <a:r>
              <a:rPr sz="1600" dirty="0" err="1"/>
              <a:t>eaque</a:t>
            </a:r>
            <a:r>
              <a:rPr sz="1600" dirty="0"/>
              <a:t> </a:t>
            </a:r>
            <a:r>
              <a:rPr sz="1600" dirty="0" err="1"/>
              <a:t>simusda</a:t>
            </a:r>
            <a:r>
              <a:rPr sz="1600" dirty="0"/>
              <a:t> </a:t>
            </a:r>
            <a:r>
              <a:rPr sz="1600" dirty="0" err="1"/>
              <a:t>ndanimus</a:t>
            </a:r>
            <a:r>
              <a:rPr sz="1600" dirty="0"/>
              <a:t>, sin </a:t>
            </a:r>
            <a:r>
              <a:rPr sz="1600" dirty="0" err="1"/>
              <a:t>cori</a:t>
            </a:r>
            <a:r>
              <a:rPr sz="1600" dirty="0"/>
              <a:t> rem id </a:t>
            </a:r>
            <a:r>
              <a:rPr sz="1600" dirty="0" err="1"/>
              <a:t>maximillut</a:t>
            </a:r>
            <a:r>
              <a:rPr sz="1600" dirty="0"/>
              <a:t> </a:t>
            </a:r>
            <a:r>
              <a:rPr sz="1600" dirty="0" err="1"/>
              <a:t>hari</a:t>
            </a:r>
            <a:r>
              <a:rPr sz="1600" dirty="0"/>
              <a:t> con </a:t>
            </a:r>
            <a:r>
              <a:rPr sz="1600" dirty="0" err="1"/>
              <a:t>ea</a:t>
            </a:r>
            <a:r>
              <a:rPr sz="1600" dirty="0"/>
              <a:t> </a:t>
            </a:r>
            <a:r>
              <a:rPr sz="1600" dirty="0" err="1"/>
              <a:t>quiam</a:t>
            </a:r>
            <a:r>
              <a:rPr sz="1600" dirty="0"/>
              <a:t> </a:t>
            </a:r>
            <a:r>
              <a:rPr sz="1600" dirty="0" err="1"/>
              <a:t>quam</a:t>
            </a:r>
            <a:r>
              <a:rPr sz="1600" dirty="0"/>
              <a:t> et </a:t>
            </a:r>
            <a:r>
              <a:rPr sz="1600" dirty="0" err="1"/>
              <a:t>enduci</a:t>
            </a:r>
            <a:r>
              <a:rPr sz="1600" dirty="0"/>
              <a:t> </a:t>
            </a:r>
            <a:r>
              <a:rPr sz="1600" dirty="0" err="1"/>
              <a:t>idunt</a:t>
            </a:r>
            <a:r>
              <a:rPr sz="1600" dirty="0"/>
              <a:t>, </a:t>
            </a:r>
            <a:r>
              <a:rPr sz="1600" dirty="0" err="1"/>
              <a:t>corecta</a:t>
            </a:r>
            <a:r>
              <a:rPr sz="1600" dirty="0"/>
              <a:t> </a:t>
            </a:r>
            <a:r>
              <a:rPr sz="1600" dirty="0" err="1"/>
              <a:t>alicimp</a:t>
            </a:r>
            <a:r>
              <a:rPr sz="1600" dirty="0"/>
              <a:t> </a:t>
            </a:r>
            <a:r>
              <a:rPr sz="1600" dirty="0" err="1"/>
              <a:t>oriaeperum</a:t>
            </a:r>
            <a:r>
              <a:rPr sz="1600" dirty="0"/>
              <a:t> </a:t>
            </a:r>
            <a:r>
              <a:rPr sz="1600" dirty="0" err="1"/>
              <a:t>iusaeped</a:t>
            </a:r>
            <a:r>
              <a:rPr sz="1600" dirty="0"/>
              <a:t> </a:t>
            </a:r>
            <a:r>
              <a:rPr sz="1600" dirty="0" err="1"/>
              <a:t>unt</a:t>
            </a:r>
            <a:r>
              <a:rPr sz="1600" dirty="0"/>
              <a:t> </a:t>
            </a:r>
            <a:r>
              <a:rPr sz="1600" dirty="0" err="1"/>
              <a:t>quis</a:t>
            </a:r>
            <a:r>
              <a:rPr sz="1600" dirty="0"/>
              <a:t> et </a:t>
            </a:r>
            <a:r>
              <a:rPr sz="1600" dirty="0" err="1"/>
              <a:t>ut</a:t>
            </a:r>
            <a:r>
              <a:rPr sz="1600" dirty="0"/>
              <a:t> </a:t>
            </a:r>
            <a:r>
              <a:rPr sz="1600" dirty="0" err="1"/>
              <a:t>abor</a:t>
            </a:r>
            <a:r>
              <a:rPr sz="1600" dirty="0"/>
              <a:t> </a:t>
            </a:r>
            <a:r>
              <a:rPr sz="1600" dirty="0" err="1"/>
              <a:t>ame</a:t>
            </a:r>
            <a:r>
              <a:rPr sz="1600" dirty="0"/>
              <a:t> </a:t>
            </a:r>
            <a:r>
              <a:rPr sz="1600" dirty="0" err="1"/>
              <a:t>alis</a:t>
            </a:r>
            <a:r>
              <a:rPr sz="1600" dirty="0"/>
              <a:t> </a:t>
            </a:r>
            <a:r>
              <a:rPr sz="1600" dirty="0" err="1"/>
              <a:t>utatur</a:t>
            </a:r>
            <a:r>
              <a:rPr sz="1600" dirty="0"/>
              <a:t> as senet a </a:t>
            </a:r>
            <a:r>
              <a:rPr sz="1600" dirty="0" err="1"/>
              <a:t>quibus</a:t>
            </a:r>
            <a:r>
              <a:rPr sz="1600" dirty="0"/>
              <a:t> </a:t>
            </a:r>
            <a:r>
              <a:rPr sz="1600" dirty="0" err="1"/>
              <a:t>dolutatur</a:t>
            </a:r>
            <a:r>
              <a:rPr sz="1600" dirty="0"/>
              <a:t> </a:t>
            </a:r>
            <a:r>
              <a:rPr sz="1600" dirty="0" err="1"/>
              <a:t>sedit</a:t>
            </a:r>
            <a:r>
              <a:rPr sz="1600" dirty="0"/>
              <a:t> </a:t>
            </a:r>
            <a:r>
              <a:rPr sz="1600" dirty="0" err="1"/>
              <a:t>aliam</a:t>
            </a:r>
            <a:r>
              <a:rPr sz="1600" dirty="0"/>
              <a:t> </a:t>
            </a:r>
            <a:r>
              <a:rPr sz="1600" dirty="0" err="1"/>
              <a:t>apienda</a:t>
            </a:r>
            <a:r>
              <a:rPr sz="1600" dirty="0"/>
              <a:t> </a:t>
            </a:r>
            <a:r>
              <a:rPr sz="1600" dirty="0" err="1"/>
              <a:t>versper</a:t>
            </a:r>
            <a:r>
              <a:rPr sz="1600" dirty="0"/>
              <a:t> </a:t>
            </a:r>
            <a:r>
              <a:rPr sz="1600" dirty="0" err="1"/>
              <a:t>feriti</a:t>
            </a:r>
            <a:r>
              <a:rPr sz="1600" dirty="0"/>
              <a:t> </a:t>
            </a:r>
            <a:r>
              <a:rPr sz="1600" dirty="0" err="1"/>
              <a:t>delia</a:t>
            </a:r>
            <a:r>
              <a:rPr sz="1600" dirty="0"/>
              <a:t> pa </a:t>
            </a:r>
            <a:r>
              <a:rPr sz="1600" dirty="0" err="1"/>
              <a:t>dolo</a:t>
            </a:r>
            <a:r>
              <a:rPr sz="1600" dirty="0"/>
              <a:t> </a:t>
            </a:r>
            <a:r>
              <a:rPr sz="1600" dirty="0" err="1"/>
              <a:t>quamus</a:t>
            </a:r>
            <a:r>
              <a:rPr sz="1600" dirty="0"/>
              <a:t> arum es </a:t>
            </a:r>
            <a:r>
              <a:rPr sz="1600" dirty="0" err="1"/>
              <a:t>endellu</a:t>
            </a:r>
            <a:r>
              <a:rPr sz="1600" dirty="0"/>
              <a:t> </a:t>
            </a:r>
            <a:r>
              <a:rPr sz="1600" dirty="0" err="1"/>
              <a:t>pisquia</a:t>
            </a:r>
            <a:r>
              <a:rPr sz="1600" dirty="0"/>
              <a:t> </a:t>
            </a:r>
            <a:r>
              <a:rPr sz="1600" dirty="0" err="1"/>
              <a:t>aditatur</a:t>
            </a:r>
            <a:r>
              <a:rPr sz="1600" dirty="0"/>
              <a:t> </a:t>
            </a:r>
            <a:r>
              <a:rPr sz="1600" dirty="0" err="1"/>
              <a:t>audam</a:t>
            </a:r>
            <a:r>
              <a:rPr sz="1600" dirty="0"/>
              <a:t> </a:t>
            </a:r>
            <a:r>
              <a:rPr sz="1600" dirty="0" err="1"/>
              <a:t>earupid</a:t>
            </a:r>
            <a:r>
              <a:rPr sz="1600" dirty="0"/>
              <a:t> quo </a:t>
            </a:r>
            <a:r>
              <a:rPr sz="1600" dirty="0" err="1"/>
              <a:t>quunt</a:t>
            </a:r>
            <a:r>
              <a:rPr sz="1600" dirty="0"/>
              <a:t> </a:t>
            </a:r>
            <a:r>
              <a:rPr sz="1600" dirty="0" err="1"/>
              <a:t>odigniscil</a:t>
            </a:r>
            <a:r>
              <a:rPr sz="1600" dirty="0"/>
              <a:t> </a:t>
            </a:r>
            <a:r>
              <a:rPr sz="1600" dirty="0" err="1"/>
              <a:t>earum</a:t>
            </a:r>
            <a:r>
              <a:rPr sz="1600" dirty="0"/>
              <a:t> </a:t>
            </a:r>
            <a:r>
              <a:rPr sz="1600" dirty="0" err="1"/>
              <a:t>verios</a:t>
            </a:r>
            <a:r>
              <a:rPr sz="1600" dirty="0"/>
              <a:t> </a:t>
            </a:r>
            <a:r>
              <a:rPr sz="1600" dirty="0" err="1"/>
              <a:t>nonsequam</a:t>
            </a:r>
            <a:r>
              <a:rPr sz="1600" dirty="0"/>
              <a:t> </a:t>
            </a:r>
            <a:r>
              <a:rPr sz="1600" dirty="0" err="1"/>
              <a:t>duciis</a:t>
            </a:r>
            <a:r>
              <a:rPr sz="1600" dirty="0"/>
              <a:t> et </a:t>
            </a:r>
            <a:r>
              <a:rPr sz="1600" dirty="0" err="1"/>
              <a:t>apienda</a:t>
            </a:r>
            <a:r>
              <a:rPr sz="1600" dirty="0"/>
              <a:t> </a:t>
            </a:r>
            <a:r>
              <a:rPr sz="1600" dirty="0" err="1"/>
              <a:t>versper</a:t>
            </a:r>
            <a:r>
              <a:rPr sz="1600" dirty="0"/>
              <a:t> </a:t>
            </a:r>
            <a:r>
              <a:rPr sz="1600" dirty="0" err="1"/>
              <a:t>feriti</a:t>
            </a:r>
            <a:r>
              <a:rPr sz="1600" dirty="0"/>
              <a:t> </a:t>
            </a:r>
            <a:r>
              <a:rPr sz="1600" dirty="0" err="1"/>
              <a:t>delia</a:t>
            </a:r>
            <a:r>
              <a:rPr sz="1600" dirty="0"/>
              <a:t> pa </a:t>
            </a:r>
            <a:r>
              <a:rPr sz="1600" dirty="0" err="1"/>
              <a:t>dolo</a:t>
            </a:r>
            <a:r>
              <a:rPr sz="1600" dirty="0"/>
              <a:t> </a:t>
            </a:r>
            <a:r>
              <a:rPr sz="1600" dirty="0" err="1"/>
              <a:t>quamus</a:t>
            </a:r>
            <a:r>
              <a:rPr sz="1600" dirty="0"/>
              <a:t> arum es </a:t>
            </a:r>
            <a:r>
              <a:rPr sz="1600" dirty="0" err="1"/>
              <a:t>endellu</a:t>
            </a:r>
            <a:r>
              <a:rPr sz="1600" dirty="0"/>
              <a:t> </a:t>
            </a:r>
            <a:r>
              <a:rPr sz="1600" dirty="0" err="1"/>
              <a:t>pisquia</a:t>
            </a:r>
            <a:r>
              <a:rPr sz="1600" dirty="0"/>
              <a:t> </a:t>
            </a:r>
            <a:r>
              <a:rPr sz="1600" dirty="0" err="1"/>
              <a:t>aditatur</a:t>
            </a:r>
            <a:r>
              <a:rPr sz="1600" dirty="0"/>
              <a:t> </a:t>
            </a:r>
            <a:r>
              <a:rPr sz="1600" dirty="0" err="1"/>
              <a:t>audam</a:t>
            </a:r>
            <a:r>
              <a:rPr sz="1600" dirty="0"/>
              <a:t> </a:t>
            </a:r>
            <a:r>
              <a:rPr sz="1600" dirty="0" err="1"/>
              <a:t>earupid</a:t>
            </a:r>
            <a:r>
              <a:rPr sz="1600" dirty="0"/>
              <a:t> quo </a:t>
            </a:r>
            <a:r>
              <a:rPr sz="1600" dirty="0" err="1"/>
              <a:t>quunt</a:t>
            </a:r>
            <a:r>
              <a:rPr sz="1600" dirty="0"/>
              <a:t> </a:t>
            </a:r>
            <a:r>
              <a:rPr sz="1600" dirty="0" err="1"/>
              <a:t>odigniscil</a:t>
            </a:r>
            <a:r>
              <a:rPr sz="1600" dirty="0"/>
              <a:t> </a:t>
            </a:r>
            <a:r>
              <a:rPr sz="1600" dirty="0" err="1"/>
              <a:t>earum</a:t>
            </a:r>
            <a:r>
              <a:rPr sz="1600" dirty="0"/>
              <a:t> </a:t>
            </a:r>
            <a:r>
              <a:rPr sz="1600" dirty="0" err="1"/>
              <a:t>verios</a:t>
            </a:r>
            <a:r>
              <a:rPr sz="1600" dirty="0"/>
              <a:t> </a:t>
            </a:r>
            <a:r>
              <a:rPr sz="1600" dirty="0" err="1"/>
              <a:t>nonsequam</a:t>
            </a:r>
            <a:endParaRPr sz="1600" dirty="0"/>
          </a:p>
        </p:txBody>
      </p:sp>
      <p:grpSp>
        <p:nvGrpSpPr>
          <p:cNvPr id="399" name="Rectangle 39"/>
          <p:cNvGrpSpPr/>
          <p:nvPr/>
        </p:nvGrpSpPr>
        <p:grpSpPr>
          <a:xfrm>
            <a:off x="14387809" y="3024307"/>
            <a:ext cx="6480000" cy="1979490"/>
            <a:chOff x="-1" y="0"/>
            <a:chExt cx="6364678" cy="3963966"/>
          </a:xfrm>
        </p:grpSpPr>
        <p:sp>
          <p:nvSpPr>
            <p:cNvPr id="397" name="Rectangle"/>
            <p:cNvSpPr/>
            <p:nvPr/>
          </p:nvSpPr>
          <p:spPr>
            <a:xfrm>
              <a:off x="-1" y="0"/>
              <a:ext cx="6364678" cy="3963966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11124" tIns="11124" rIns="11124" bIns="11124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3296"/>
            </a:p>
          </p:txBody>
        </p:sp>
        <p:sp>
          <p:nvSpPr>
            <p:cNvPr id="398" name="figures"/>
            <p:cNvSpPr txBox="1"/>
            <p:nvPr/>
          </p:nvSpPr>
          <p:spPr>
            <a:xfrm>
              <a:off x="-1" y="1543918"/>
              <a:ext cx="6364678" cy="876132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1124" tIns="11124" rIns="11124" bIns="11124" numCol="1" anchor="ctr">
              <a:spAutoFit/>
            </a:bodyPr>
            <a:lstStyle>
              <a:lvl1pPr algn="ctr">
                <a:defRPr sz="5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697"/>
                <a:t>figures</a:t>
              </a:r>
            </a:p>
          </p:txBody>
        </p:sp>
      </p:grpSp>
      <p:grpSp>
        <p:nvGrpSpPr>
          <p:cNvPr id="402" name="Rectangle 40"/>
          <p:cNvGrpSpPr/>
          <p:nvPr/>
        </p:nvGrpSpPr>
        <p:grpSpPr>
          <a:xfrm>
            <a:off x="493687" y="11763761"/>
            <a:ext cx="6480000" cy="1767358"/>
            <a:chOff x="-1" y="-1"/>
            <a:chExt cx="6364678" cy="3539167"/>
          </a:xfrm>
        </p:grpSpPr>
        <p:sp>
          <p:nvSpPr>
            <p:cNvPr id="400" name="Rectangle"/>
            <p:cNvSpPr/>
            <p:nvPr/>
          </p:nvSpPr>
          <p:spPr>
            <a:xfrm>
              <a:off x="-1" y="-1"/>
              <a:ext cx="6364678" cy="353916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11124" tIns="11124" rIns="11124" bIns="11124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3296"/>
            </a:p>
          </p:txBody>
        </p:sp>
        <p:sp>
          <p:nvSpPr>
            <p:cNvPr id="401" name="figures"/>
            <p:cNvSpPr txBox="1"/>
            <p:nvPr/>
          </p:nvSpPr>
          <p:spPr>
            <a:xfrm>
              <a:off x="-1" y="1331518"/>
              <a:ext cx="6364678" cy="876132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1124" tIns="11124" rIns="11124" bIns="11124" numCol="1" anchor="ctr">
              <a:spAutoFit/>
            </a:bodyPr>
            <a:lstStyle>
              <a:lvl1pPr algn="ctr">
                <a:defRPr sz="5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697"/>
                <a:t>figures</a:t>
              </a:r>
            </a:p>
          </p:txBody>
        </p:sp>
      </p:grpSp>
      <p:grpSp>
        <p:nvGrpSpPr>
          <p:cNvPr id="405" name="Rectangle 41"/>
          <p:cNvGrpSpPr/>
          <p:nvPr/>
        </p:nvGrpSpPr>
        <p:grpSpPr>
          <a:xfrm>
            <a:off x="7451812" y="3072826"/>
            <a:ext cx="6480000" cy="1347278"/>
            <a:chOff x="0" y="0"/>
            <a:chExt cx="6364677" cy="2697950"/>
          </a:xfrm>
        </p:grpSpPr>
        <p:sp>
          <p:nvSpPr>
            <p:cNvPr id="403" name="Rectangle"/>
            <p:cNvSpPr/>
            <p:nvPr/>
          </p:nvSpPr>
          <p:spPr>
            <a:xfrm>
              <a:off x="0" y="0"/>
              <a:ext cx="6364677" cy="2697950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11124" tIns="11124" rIns="11124" bIns="11124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3296"/>
            </a:p>
          </p:txBody>
        </p:sp>
        <p:sp>
          <p:nvSpPr>
            <p:cNvPr id="404" name="figures"/>
            <p:cNvSpPr txBox="1"/>
            <p:nvPr/>
          </p:nvSpPr>
          <p:spPr>
            <a:xfrm>
              <a:off x="0" y="910910"/>
              <a:ext cx="6364677" cy="876132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1124" tIns="11124" rIns="11124" bIns="11124" numCol="1" anchor="ctr">
              <a:spAutoFit/>
            </a:bodyPr>
            <a:lstStyle>
              <a:lvl1pPr algn="ctr">
                <a:defRPr sz="5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697"/>
                <a:t>figures</a:t>
              </a:r>
            </a:p>
          </p:txBody>
        </p:sp>
      </p:grpSp>
      <p:grpSp>
        <p:nvGrpSpPr>
          <p:cNvPr id="408" name="Rectangle 42"/>
          <p:cNvGrpSpPr/>
          <p:nvPr/>
        </p:nvGrpSpPr>
        <p:grpSpPr>
          <a:xfrm>
            <a:off x="11051812" y="4557118"/>
            <a:ext cx="2880000" cy="824072"/>
            <a:chOff x="-1" y="-1"/>
            <a:chExt cx="2956498" cy="1650218"/>
          </a:xfrm>
        </p:grpSpPr>
        <p:sp>
          <p:nvSpPr>
            <p:cNvPr id="406" name="Rectangle"/>
            <p:cNvSpPr/>
            <p:nvPr/>
          </p:nvSpPr>
          <p:spPr>
            <a:xfrm>
              <a:off x="-1" y="-1"/>
              <a:ext cx="2956498" cy="1650218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11124" tIns="11124" rIns="11124" bIns="11124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3296"/>
            </a:p>
          </p:txBody>
        </p:sp>
        <p:sp>
          <p:nvSpPr>
            <p:cNvPr id="407" name="figures"/>
            <p:cNvSpPr txBox="1"/>
            <p:nvPr/>
          </p:nvSpPr>
          <p:spPr>
            <a:xfrm>
              <a:off x="-1" y="387043"/>
              <a:ext cx="2956498" cy="876131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1124" tIns="11124" rIns="11124" bIns="11124" numCol="1" anchor="ctr">
              <a:spAutoFit/>
            </a:bodyPr>
            <a:lstStyle>
              <a:lvl1pPr algn="ctr">
                <a:defRPr sz="5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697"/>
                <a:t>figures</a:t>
              </a:r>
            </a:p>
          </p:txBody>
        </p:sp>
      </p:grpSp>
      <p:sp>
        <p:nvSpPr>
          <p:cNvPr id="409" name="TextBox 27"/>
          <p:cNvSpPr txBox="1"/>
          <p:nvPr/>
        </p:nvSpPr>
        <p:spPr>
          <a:xfrm>
            <a:off x="515816" y="497560"/>
            <a:ext cx="20562277" cy="65263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124" tIns="11124" rIns="11124" bIns="11124">
            <a:spAutoFit/>
          </a:bodyPr>
          <a:lstStyle>
            <a:lvl1pPr>
              <a:defRPr sz="82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4095" dirty="0"/>
              <a:t>Project Title</a:t>
            </a:r>
            <a:endParaRPr lang="en-GB" sz="4095" dirty="0"/>
          </a:p>
        </p:txBody>
      </p:sp>
      <p:sp>
        <p:nvSpPr>
          <p:cNvPr id="410" name="TextBox 28"/>
          <p:cNvSpPr txBox="1"/>
          <p:nvPr/>
        </p:nvSpPr>
        <p:spPr>
          <a:xfrm>
            <a:off x="515816" y="1638739"/>
            <a:ext cx="11661048" cy="100735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124" tIns="11124" rIns="11124" bIns="11124">
            <a:spAutoFit/>
          </a:bodyPr>
          <a:lstStyle/>
          <a:p>
            <a:pPr>
              <a:defRPr sz="3600">
                <a:latin typeface="Arial"/>
                <a:ea typeface="Arial"/>
                <a:cs typeface="Arial"/>
                <a:sym typeface="Arial"/>
              </a:defRPr>
            </a:pPr>
            <a:r>
              <a:rPr sz="2400" dirty="0"/>
              <a:t>Student Name</a:t>
            </a:r>
            <a:endParaRPr lang="en-GB" sz="2400" dirty="0"/>
          </a:p>
          <a:p>
            <a:pPr>
              <a:defRPr sz="3600">
                <a:latin typeface="Arial"/>
                <a:ea typeface="Arial"/>
                <a:cs typeface="Arial"/>
                <a:sym typeface="Arial"/>
              </a:defRPr>
            </a:pPr>
            <a:r>
              <a:rPr sz="2400" dirty="0"/>
              <a:t>Supervisor Name</a:t>
            </a:r>
            <a:br>
              <a:rPr sz="2400" baseline="29777" dirty="0"/>
            </a:br>
            <a:endParaRPr sz="2400" baseline="29777" dirty="0"/>
          </a:p>
        </p:txBody>
      </p:sp>
      <p:grpSp>
        <p:nvGrpSpPr>
          <p:cNvPr id="416" name="Rectangle 41"/>
          <p:cNvGrpSpPr/>
          <p:nvPr/>
        </p:nvGrpSpPr>
        <p:grpSpPr>
          <a:xfrm>
            <a:off x="7440747" y="11214046"/>
            <a:ext cx="6480000" cy="2309069"/>
            <a:chOff x="0" y="0"/>
            <a:chExt cx="6364678" cy="2697950"/>
          </a:xfrm>
        </p:grpSpPr>
        <p:sp>
          <p:nvSpPr>
            <p:cNvPr id="414" name="Rectangle"/>
            <p:cNvSpPr/>
            <p:nvPr/>
          </p:nvSpPr>
          <p:spPr>
            <a:xfrm>
              <a:off x="0" y="0"/>
              <a:ext cx="6364678" cy="2697950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11124" tIns="11124" rIns="11124" bIns="11124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3296"/>
            </a:p>
          </p:txBody>
        </p:sp>
        <p:sp>
          <p:nvSpPr>
            <p:cNvPr id="415" name="figures"/>
            <p:cNvSpPr txBox="1"/>
            <p:nvPr/>
          </p:nvSpPr>
          <p:spPr>
            <a:xfrm>
              <a:off x="0" y="910910"/>
              <a:ext cx="6364678" cy="876132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1124" tIns="11124" rIns="11124" bIns="11124" numCol="1" anchor="ctr">
              <a:spAutoFit/>
            </a:bodyPr>
            <a:lstStyle>
              <a:lvl1pPr algn="ctr">
                <a:defRPr sz="5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rPr sz="2697"/>
                <a:t>figures</a:t>
              </a:r>
            </a:p>
          </p:txBody>
        </p:sp>
      </p:grpSp>
      <p:sp>
        <p:nvSpPr>
          <p:cNvPr id="421" name="Course Title"/>
          <p:cNvSpPr txBox="1"/>
          <p:nvPr/>
        </p:nvSpPr>
        <p:spPr>
          <a:xfrm>
            <a:off x="4037454" y="14236481"/>
            <a:ext cx="16908716" cy="45335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124" tIns="11124" rIns="11124" bIns="11124">
            <a:spAutoFit/>
          </a:bodyPr>
          <a:lstStyle/>
          <a:p>
            <a:pPr algn="r"/>
            <a:r>
              <a:rPr lang="en-GB" sz="2800" i="1" dirty="0"/>
              <a:t>Course title goes here. Please paste it directly from the Course Titles slide.</a:t>
            </a:r>
          </a:p>
        </p:txBody>
      </p:sp>
      <p:grpSp>
        <p:nvGrpSpPr>
          <p:cNvPr id="2" name="Rectangle 16">
            <a:extLst>
              <a:ext uri="{FF2B5EF4-FFF2-40B4-BE49-F238E27FC236}">
                <a16:creationId xmlns:a16="http://schemas.microsoft.com/office/drawing/2014/main" id="{9782DF95-80A1-3FA9-823B-B481AFEB8B76}"/>
              </a:ext>
            </a:extLst>
          </p:cNvPr>
          <p:cNvGrpSpPr/>
          <p:nvPr/>
        </p:nvGrpSpPr>
        <p:grpSpPr>
          <a:xfrm>
            <a:off x="14387808" y="9494165"/>
            <a:ext cx="6480000" cy="327600"/>
            <a:chOff x="0" y="-45232"/>
            <a:chExt cx="6364678" cy="660674"/>
          </a:xfrm>
        </p:grpSpPr>
        <p:sp>
          <p:nvSpPr>
            <p:cNvPr id="4" name="Rectangle">
              <a:extLst>
                <a:ext uri="{FF2B5EF4-FFF2-40B4-BE49-F238E27FC236}">
                  <a16:creationId xmlns:a16="http://schemas.microsoft.com/office/drawing/2014/main" id="{21EBE910-46B2-2272-A03C-AA5AC2F02408}"/>
                </a:ext>
              </a:extLst>
            </p:cNvPr>
            <p:cNvSpPr/>
            <p:nvPr/>
          </p:nvSpPr>
          <p:spPr>
            <a:xfrm>
              <a:off x="0" y="-1"/>
              <a:ext cx="6364678" cy="570210"/>
            </a:xfrm>
            <a:prstGeom prst="rect">
              <a:avLst/>
            </a:prstGeom>
            <a:solidFill>
              <a:srgbClr val="942192"/>
            </a:solidFill>
            <a:ln w="12700" cap="flat">
              <a:noFill/>
              <a:miter lim="400000"/>
            </a:ln>
            <a:effectLst/>
          </p:spPr>
          <p:txBody>
            <a:bodyPr wrap="square" lIns="11124" tIns="11124" rIns="11124" bIns="11124" numCol="1" anchor="ctr">
              <a:noAutofit/>
            </a:bodyPr>
            <a:lstStyle/>
            <a:p>
              <a:pPr algn="ctr">
                <a:defRPr sz="4600"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Helvetica"/>
                </a:defRPr>
              </a:pPr>
              <a:endParaRPr sz="2297"/>
            </a:p>
          </p:txBody>
        </p:sp>
        <p:sp>
          <p:nvSpPr>
            <p:cNvPr id="5" name="Conclusion">
              <a:extLst>
                <a:ext uri="{FF2B5EF4-FFF2-40B4-BE49-F238E27FC236}">
                  <a16:creationId xmlns:a16="http://schemas.microsoft.com/office/drawing/2014/main" id="{9F5672BF-CA28-ABB8-6CCB-A92479026579}"/>
                </a:ext>
              </a:extLst>
            </p:cNvPr>
            <p:cNvSpPr txBox="1"/>
            <p:nvPr/>
          </p:nvSpPr>
          <p:spPr>
            <a:xfrm>
              <a:off x="0" y="-45232"/>
              <a:ext cx="6364678" cy="660674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1124" tIns="11124" rIns="11124" bIns="11124" numCol="1" anchor="ctr">
              <a:spAutoFit/>
            </a:bodyPr>
            <a:lstStyle>
              <a:lvl1pPr algn="ctr">
                <a:defRPr sz="4000" b="1"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Helvetica"/>
                </a:defRPr>
              </a:lvl1pPr>
            </a:lstStyle>
            <a:p>
              <a:r>
                <a:rPr lang="en-GB" sz="1998" dirty="0"/>
                <a:t>Acknowledgements</a:t>
              </a:r>
              <a:endParaRPr sz="1998" dirty="0"/>
            </a:p>
          </p:txBody>
        </p:sp>
      </p:grpSp>
      <p:pic>
        <p:nvPicPr>
          <p:cNvPr id="9" name="Picture 8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8F77CA2D-7281-CFEB-58C8-1A8B59BD2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87" y="13893411"/>
            <a:ext cx="4852972" cy="98046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FOUR COLUMN - 1">
  <a:themeElements>
    <a:clrScheme name="FOUR COLUMN - 1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OUR COLUMN - 1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FOUR COLUMN -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175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22277" tIns="22277" rIns="22277" bIns="22277" numCol="1" spcCol="38100" rtlCol="0" anchor="ctr">
        <a:spAutoFit/>
      </a:bodyPr>
      <a:lstStyle>
        <a:defPPr marL="0" marR="0" indent="0" algn="l" defTabSz="344620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6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277" tIns="22277" rIns="22277" bIns="22277" numCol="1" spcCol="38100" rtlCol="0" anchor="t">
        <a:spAutoFit/>
      </a:bodyPr>
      <a:lstStyle>
        <a:defPPr marL="0" marR="0" indent="0" algn="l" defTabSz="344620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6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FOUR COLUMN - 1">
  <a:themeElements>
    <a:clrScheme name="FOUR COLUMN - 1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OUR COLUMN - 1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FOUR COLUMN -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3175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22277" tIns="22277" rIns="22277" bIns="22277" numCol="1" spcCol="38100" rtlCol="0" anchor="ctr">
        <a:spAutoFit/>
      </a:bodyPr>
      <a:lstStyle>
        <a:defPPr marL="0" marR="0" indent="0" algn="l" defTabSz="344620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6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277" tIns="22277" rIns="22277" bIns="22277" numCol="1" spcCol="38100" rtlCol="0" anchor="t">
        <a:spAutoFit/>
      </a:bodyPr>
      <a:lstStyle>
        <a:defPPr marL="0" marR="0" indent="0" algn="l" defTabSz="344620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6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2727</TotalTime>
  <Words>913</Words>
  <Application>Microsoft Macintosh PowerPoint</Application>
  <PresentationFormat>Custom</PresentationFormat>
  <Paragraphs>62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FOUR COLUMN - 1</vt:lpstr>
      <vt:lpstr>Final Year Projects  Poster Template</vt:lpstr>
      <vt:lpstr>Course Titles (copy yours into the next slide)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Poster</dc:title>
  <cp:lastModifiedBy>Mark Zarb (socet)</cp:lastModifiedBy>
  <cp:revision>14</cp:revision>
  <cp:lastPrinted>2024-02-26T17:08:59Z</cp:lastPrinted>
  <dcterms:modified xsi:type="dcterms:W3CDTF">2025-02-10T15:37:22Z</dcterms:modified>
</cp:coreProperties>
</file>